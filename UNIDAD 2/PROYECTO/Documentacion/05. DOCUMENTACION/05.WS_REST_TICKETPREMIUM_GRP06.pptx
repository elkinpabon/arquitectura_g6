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2"/>
  </p:notesMasterIdLst>
  <p:sldIdLst>
    <p:sldId id="256" r:id="rId2"/>
    <p:sldId id="257" r:id="rId3"/>
    <p:sldId id="258" r:id="rId4"/>
    <p:sldId id="259" r:id="rId5"/>
    <p:sldId id="260" r:id="rId6"/>
    <p:sldId id="494" r:id="rId7"/>
    <p:sldId id="496" r:id="rId8"/>
    <p:sldId id="261" r:id="rId9"/>
    <p:sldId id="262" r:id="rId10"/>
    <p:sldId id="264" r:id="rId11"/>
    <p:sldId id="282" r:id="rId12"/>
    <p:sldId id="283" r:id="rId13"/>
    <p:sldId id="284" r:id="rId14"/>
    <p:sldId id="285" r:id="rId15"/>
    <p:sldId id="286" r:id="rId16"/>
    <p:sldId id="265" r:id="rId17"/>
    <p:sldId id="303" r:id="rId18"/>
    <p:sldId id="304" r:id="rId19"/>
    <p:sldId id="268" r:id="rId20"/>
    <p:sldId id="306" r:id="rId21"/>
    <p:sldId id="479" r:id="rId22"/>
    <p:sldId id="515" r:id="rId23"/>
    <p:sldId id="565" r:id="rId24"/>
    <p:sldId id="566" r:id="rId25"/>
    <p:sldId id="567" r:id="rId26"/>
    <p:sldId id="568" r:id="rId27"/>
    <p:sldId id="569" r:id="rId28"/>
    <p:sldId id="570" r:id="rId29"/>
    <p:sldId id="571" r:id="rId30"/>
    <p:sldId id="572" r:id="rId31"/>
    <p:sldId id="573" r:id="rId32"/>
    <p:sldId id="574" r:id="rId33"/>
    <p:sldId id="575" r:id="rId34"/>
    <p:sldId id="576" r:id="rId35"/>
    <p:sldId id="577" r:id="rId36"/>
    <p:sldId id="578" r:id="rId37"/>
    <p:sldId id="579" r:id="rId38"/>
    <p:sldId id="580" r:id="rId39"/>
    <p:sldId id="583" r:id="rId40"/>
    <p:sldId id="584" r:id="rId41"/>
    <p:sldId id="585" r:id="rId42"/>
    <p:sldId id="586" r:id="rId43"/>
    <p:sldId id="587" r:id="rId44"/>
    <p:sldId id="588" r:id="rId45"/>
    <p:sldId id="582" r:id="rId46"/>
    <p:sldId id="581" r:id="rId47"/>
    <p:sldId id="544" r:id="rId48"/>
    <p:sldId id="558" r:id="rId49"/>
    <p:sldId id="561" r:id="rId50"/>
    <p:sldId id="560" r:id="rId51"/>
    <p:sldId id="562" r:id="rId52"/>
    <p:sldId id="564" r:id="rId53"/>
    <p:sldId id="563" r:id="rId54"/>
    <p:sldId id="559" r:id="rId55"/>
    <p:sldId id="557" r:id="rId56"/>
    <p:sldId id="555" r:id="rId57"/>
    <p:sldId id="556" r:id="rId58"/>
    <p:sldId id="542" r:id="rId59"/>
    <p:sldId id="546" r:id="rId60"/>
    <p:sldId id="547" r:id="rId61"/>
    <p:sldId id="548" r:id="rId62"/>
    <p:sldId id="549" r:id="rId63"/>
    <p:sldId id="550" r:id="rId64"/>
    <p:sldId id="551" r:id="rId65"/>
    <p:sldId id="552" r:id="rId66"/>
    <p:sldId id="553" r:id="rId67"/>
    <p:sldId id="545" r:id="rId68"/>
    <p:sldId id="554" r:id="rId69"/>
    <p:sldId id="492" r:id="rId70"/>
    <p:sldId id="493" r:id="rId71"/>
  </p:sldIdLst>
  <p:sldSz cx="12192000" cy="6858000"/>
  <p:notesSz cx="6858000" cy="9144000"/>
  <p:embeddedFontLst>
    <p:embeddedFont>
      <p:font typeface="MS Mincho" panose="02020609040205080304" pitchFamily="49" charset="-128"/>
      <p:regular r:id="rId73"/>
    </p:embeddedFont>
    <p:embeddedFont>
      <p:font typeface="Calibri" panose="020F0502020204030204" pitchFamily="34" charset="0"/>
      <p:regular r:id="rId74"/>
      <p:bold r:id="rId75"/>
      <p:italic r:id="rId76"/>
      <p:boldItalic r:id="rId77"/>
    </p:embeddedFont>
    <p:embeddedFont>
      <p:font typeface="Calibri Light" panose="020F0302020204030204" pitchFamily="34" charset="0"/>
      <p:regular r:id="rId78"/>
      <p:italic r:id="rId79"/>
    </p:embeddedFont>
    <p:embeddedFont>
      <p:font typeface="Gill Sans" panose="020B0604020202020204" charset="0"/>
      <p:regular r:id="rId80"/>
      <p:bold r:id="rId8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31" roundtripDataSignature="AMtx7mg1Y8XQiR+An5gSNyq294qLl6Je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938F2A-30FC-3D3A-9139-0710FC328934}" v="4" dt="2024-12-15T14:46:46.283"/>
    <p1510:client id="{212A827B-BFF4-E5B6-4486-27B53162F572}" v="682" dt="2024-12-15T14:45:50.335"/>
    <p1510:client id="{5D3BEACF-E48D-5282-AC59-7D6A6F08C4BB}" v="190" dt="2024-12-15T14:42:57.5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31" Type="http://customschemas.google.com/relationships/presentationmetadata" Target="meta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4.xml"/><Relationship Id="rId237" Type="http://schemas.microsoft.com/office/2015/10/relationships/revisionInfo" Target="revisionInfo.xml"/><Relationship Id="rId19" Type="http://schemas.openxmlformats.org/officeDocument/2006/relationships/slide" Target="slides/slide18.xml"/><Relationship Id="rId232" Type="http://schemas.openxmlformats.org/officeDocument/2006/relationships/presProps" Target="pres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3" Type="http://schemas.openxmlformats.org/officeDocument/2006/relationships/slide" Target="slides/slide2.xml"/><Relationship Id="rId23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233" Type="http://schemas.openxmlformats.org/officeDocument/2006/relationships/viewProps" Target="viewProps.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236" Type="http://schemas.microsoft.com/office/2016/11/relationships/changesInfo" Target="changesInfos/changesInfo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234"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YVID ANDRES IBARRA BASANTES" userId="S::daibarra@espe.edu.ec::8d1662b9-822f-4f68-b70f-8a16a6fac380" providerId="AD" clId="Web-{1D938F2A-30FC-3D3A-9139-0710FC328934}"/>
    <pc:docChg chg="delSld">
      <pc:chgData name="DEYVID ANDRES IBARRA BASANTES" userId="S::daibarra@espe.edu.ec::8d1662b9-822f-4f68-b70f-8a16a6fac380" providerId="AD" clId="Web-{1D938F2A-30FC-3D3A-9139-0710FC328934}" dt="2024-12-15T14:46:46.283" v="3"/>
      <pc:docMkLst>
        <pc:docMk/>
      </pc:docMkLst>
      <pc:sldChg chg="del">
        <pc:chgData name="DEYVID ANDRES IBARRA BASANTES" userId="S::daibarra@espe.edu.ec::8d1662b9-822f-4f68-b70f-8a16a6fac380" providerId="AD" clId="Web-{1D938F2A-30FC-3D3A-9139-0710FC328934}" dt="2024-12-15T14:46:40.439" v="0"/>
        <pc:sldMkLst>
          <pc:docMk/>
          <pc:sldMk cId="138632481" sldId="535"/>
        </pc:sldMkLst>
      </pc:sldChg>
      <pc:sldChg chg="del">
        <pc:chgData name="DEYVID ANDRES IBARRA BASANTES" userId="S::daibarra@espe.edu.ec::8d1662b9-822f-4f68-b70f-8a16a6fac380" providerId="AD" clId="Web-{1D938F2A-30FC-3D3A-9139-0710FC328934}" dt="2024-12-15T14:46:42.127" v="1"/>
        <pc:sldMkLst>
          <pc:docMk/>
          <pc:sldMk cId="3989682126" sldId="536"/>
        </pc:sldMkLst>
      </pc:sldChg>
      <pc:sldChg chg="del">
        <pc:chgData name="DEYVID ANDRES IBARRA BASANTES" userId="S::daibarra@espe.edu.ec::8d1662b9-822f-4f68-b70f-8a16a6fac380" providerId="AD" clId="Web-{1D938F2A-30FC-3D3A-9139-0710FC328934}" dt="2024-12-15T14:46:44.486" v="2"/>
        <pc:sldMkLst>
          <pc:docMk/>
          <pc:sldMk cId="1319312547" sldId="537"/>
        </pc:sldMkLst>
      </pc:sldChg>
      <pc:sldChg chg="del">
        <pc:chgData name="DEYVID ANDRES IBARRA BASANTES" userId="S::daibarra@espe.edu.ec::8d1662b9-822f-4f68-b70f-8a16a6fac380" providerId="AD" clId="Web-{1D938F2A-30FC-3D3A-9139-0710FC328934}" dt="2024-12-15T14:46:46.283" v="3"/>
        <pc:sldMkLst>
          <pc:docMk/>
          <pc:sldMk cId="1956207345" sldId="538"/>
        </pc:sldMkLst>
      </pc:sldChg>
    </pc:docChg>
  </pc:docChgLst>
  <pc:docChgLst>
    <pc:chgData name="AYME ALEJANDRA ESCOBAR DIAZ" userId="S::aaescobar2@espe.edu.ec::0b6e6b42-f3b3-4c79-9c62-42b0b77ac08a" providerId="AD" clId="Web-{212A827B-BFF4-E5B6-4486-27B53162F572}"/>
    <pc:docChg chg="addSld delSld modSld">
      <pc:chgData name="AYME ALEJANDRA ESCOBAR DIAZ" userId="S::aaescobar2@espe.edu.ec::0b6e6b42-f3b3-4c79-9c62-42b0b77ac08a" providerId="AD" clId="Web-{212A827B-BFF4-E5B6-4486-27B53162F572}" dt="2024-12-15T14:45:50.335" v="424" actId="1076"/>
      <pc:docMkLst>
        <pc:docMk/>
      </pc:docMkLst>
      <pc:sldChg chg="delSp modSp">
        <pc:chgData name="AYME ALEJANDRA ESCOBAR DIAZ" userId="S::aaescobar2@espe.edu.ec::0b6e6b42-f3b3-4c79-9c62-42b0b77ac08a" providerId="AD" clId="Web-{212A827B-BFF4-E5B6-4486-27B53162F572}" dt="2024-12-15T14:45:01.865" v="405" actId="1076"/>
        <pc:sldMkLst>
          <pc:docMk/>
          <pc:sldMk cId="2305420600" sldId="531"/>
        </pc:sldMkLst>
        <pc:picChg chg="mod">
          <ac:chgData name="AYME ALEJANDRA ESCOBAR DIAZ" userId="S::aaescobar2@espe.edu.ec::0b6e6b42-f3b3-4c79-9c62-42b0b77ac08a" providerId="AD" clId="Web-{212A827B-BFF4-E5B6-4486-27B53162F572}" dt="2024-12-15T14:44:56.959" v="403" actId="1076"/>
          <ac:picMkLst>
            <pc:docMk/>
            <pc:sldMk cId="2305420600" sldId="531"/>
            <ac:picMk id="2" creationId="{6904DC57-0143-F968-2A28-FDF0D8CBB3E5}"/>
          </ac:picMkLst>
        </pc:picChg>
        <pc:picChg chg="mod">
          <ac:chgData name="AYME ALEJANDRA ESCOBAR DIAZ" userId="S::aaescobar2@espe.edu.ec::0b6e6b42-f3b3-4c79-9c62-42b0b77ac08a" providerId="AD" clId="Web-{212A827B-BFF4-E5B6-4486-27B53162F572}" dt="2024-12-15T14:45:01.865" v="405" actId="1076"/>
          <ac:picMkLst>
            <pc:docMk/>
            <pc:sldMk cId="2305420600" sldId="531"/>
            <ac:picMk id="3" creationId="{628418CA-2AAF-8376-1B9F-1327C8B90989}"/>
          </ac:picMkLst>
        </pc:picChg>
        <pc:picChg chg="del">
          <ac:chgData name="AYME ALEJANDRA ESCOBAR DIAZ" userId="S::aaescobar2@espe.edu.ec::0b6e6b42-f3b3-4c79-9c62-42b0b77ac08a" providerId="AD" clId="Web-{212A827B-BFF4-E5B6-4486-27B53162F572}" dt="2024-12-15T14:44:53.021" v="401"/>
          <ac:picMkLst>
            <pc:docMk/>
            <pc:sldMk cId="2305420600" sldId="531"/>
            <ac:picMk id="4" creationId="{BA7E3D44-C741-7A12-5C7E-31FB0562165C}"/>
          </ac:picMkLst>
        </pc:picChg>
      </pc:sldChg>
      <pc:sldChg chg="addSp delSp modSp">
        <pc:chgData name="AYME ALEJANDRA ESCOBAR DIAZ" userId="S::aaescobar2@espe.edu.ec::0b6e6b42-f3b3-4c79-9c62-42b0b77ac08a" providerId="AD" clId="Web-{212A827B-BFF4-E5B6-4486-27B53162F572}" dt="2024-12-15T14:45:50.335" v="424" actId="1076"/>
        <pc:sldMkLst>
          <pc:docMk/>
          <pc:sldMk cId="3223085479" sldId="532"/>
        </pc:sldMkLst>
        <pc:picChg chg="add mod">
          <ac:chgData name="AYME ALEJANDRA ESCOBAR DIAZ" userId="S::aaescobar2@espe.edu.ec::0b6e6b42-f3b3-4c79-9c62-42b0b77ac08a" providerId="AD" clId="Web-{212A827B-BFF4-E5B6-4486-27B53162F572}" dt="2024-12-15T14:45:50.335" v="424" actId="1076"/>
          <ac:picMkLst>
            <pc:docMk/>
            <pc:sldMk cId="3223085479" sldId="532"/>
            <ac:picMk id="2" creationId="{8992CB94-8518-EC72-C5DF-6004268B08B9}"/>
          </ac:picMkLst>
        </pc:picChg>
        <pc:picChg chg="del">
          <ac:chgData name="AYME ALEJANDRA ESCOBAR DIAZ" userId="S::aaescobar2@espe.edu.ec::0b6e6b42-f3b3-4c79-9c62-42b0b77ac08a" providerId="AD" clId="Web-{212A827B-BFF4-E5B6-4486-27B53162F572}" dt="2024-12-15T14:45:42.538" v="419"/>
          <ac:picMkLst>
            <pc:docMk/>
            <pc:sldMk cId="3223085479" sldId="532"/>
            <ac:picMk id="5" creationId="{9FC39CDF-0CEE-F35A-991D-55E794F7D833}"/>
          </ac:picMkLst>
        </pc:picChg>
        <pc:picChg chg="del">
          <ac:chgData name="AYME ALEJANDRA ESCOBAR DIAZ" userId="S::aaescobar2@espe.edu.ec::0b6e6b42-f3b3-4c79-9c62-42b0b77ac08a" providerId="AD" clId="Web-{212A827B-BFF4-E5B6-4486-27B53162F572}" dt="2024-12-15T14:45:43.585" v="420"/>
          <ac:picMkLst>
            <pc:docMk/>
            <pc:sldMk cId="3223085479" sldId="532"/>
            <ac:picMk id="7" creationId="{14257482-0F5A-4354-A46D-1E4BC70A8C96}"/>
          </ac:picMkLst>
        </pc:picChg>
      </pc:sldChg>
      <pc:sldChg chg="delSp modSp">
        <pc:chgData name="AYME ALEJANDRA ESCOBAR DIAZ" userId="S::aaescobar2@espe.edu.ec::0b6e6b42-f3b3-4c79-9c62-42b0b77ac08a" providerId="AD" clId="Web-{212A827B-BFF4-E5B6-4486-27B53162F572}" dt="2024-12-15T14:43:04.112" v="400" actId="14100"/>
        <pc:sldMkLst>
          <pc:docMk/>
          <pc:sldMk cId="2967577001" sldId="541"/>
        </pc:sldMkLst>
        <pc:picChg chg="mod">
          <ac:chgData name="AYME ALEJANDRA ESCOBAR DIAZ" userId="S::aaescobar2@espe.edu.ec::0b6e6b42-f3b3-4c79-9c62-42b0b77ac08a" providerId="AD" clId="Web-{212A827B-BFF4-E5B6-4486-27B53162F572}" dt="2024-12-15T14:43:04.112" v="400" actId="14100"/>
          <ac:picMkLst>
            <pc:docMk/>
            <pc:sldMk cId="2967577001" sldId="541"/>
            <ac:picMk id="2" creationId="{D6D96FCE-8E91-4AD9-338F-FCFAC7899F1D}"/>
          </ac:picMkLst>
        </pc:picChg>
        <pc:picChg chg="del mod">
          <ac:chgData name="AYME ALEJANDRA ESCOBAR DIAZ" userId="S::aaescobar2@espe.edu.ec::0b6e6b42-f3b3-4c79-9c62-42b0b77ac08a" providerId="AD" clId="Web-{212A827B-BFF4-E5B6-4486-27B53162F572}" dt="2024-12-15T14:43:01.050" v="399"/>
          <ac:picMkLst>
            <pc:docMk/>
            <pc:sldMk cId="2967577001" sldId="541"/>
            <ac:picMk id="5" creationId="{0E1A1361-D28D-D2E8-2335-AC9CE7AFC3FC}"/>
          </ac:picMkLst>
        </pc:picChg>
      </pc:sldChg>
      <pc:sldChg chg="addSp delSp modSp add replId">
        <pc:chgData name="AYME ALEJANDRA ESCOBAR DIAZ" userId="S::aaescobar2@espe.edu.ec::0b6e6b42-f3b3-4c79-9c62-42b0b77ac08a" providerId="AD" clId="Web-{212A827B-BFF4-E5B6-4486-27B53162F572}" dt="2024-12-15T14:35:31.632" v="135" actId="20577"/>
        <pc:sldMkLst>
          <pc:docMk/>
          <pc:sldMk cId="2457111656" sldId="542"/>
        </pc:sldMkLst>
        <pc:spChg chg="mod">
          <ac:chgData name="AYME ALEJANDRA ESCOBAR DIAZ" userId="S::aaescobar2@espe.edu.ec::0b6e6b42-f3b3-4c79-9c62-42b0b77ac08a" providerId="AD" clId="Web-{212A827B-BFF4-E5B6-4486-27B53162F572}" dt="2024-12-15T14:34:26.474" v="77" actId="20577"/>
          <ac:spMkLst>
            <pc:docMk/>
            <pc:sldMk cId="2457111656" sldId="542"/>
            <ac:spMk id="6" creationId="{EB06E753-7B0A-A2FA-F9EE-279A47AD7B2C}"/>
          </ac:spMkLst>
        </pc:spChg>
        <pc:spChg chg="add mod">
          <ac:chgData name="AYME ALEJANDRA ESCOBAR DIAZ" userId="S::aaescobar2@espe.edu.ec::0b6e6b42-f3b3-4c79-9c62-42b0b77ac08a" providerId="AD" clId="Web-{212A827B-BFF4-E5B6-4486-27B53162F572}" dt="2024-12-15T14:35:31.632" v="135" actId="20577"/>
          <ac:spMkLst>
            <pc:docMk/>
            <pc:sldMk cId="2457111656" sldId="542"/>
            <ac:spMk id="10" creationId="{1EB43A10-C47A-8DAD-830D-AA7DFBC8723A}"/>
          </ac:spMkLst>
        </pc:spChg>
        <pc:spChg chg="mod">
          <ac:chgData name="AYME ALEJANDRA ESCOBAR DIAZ" userId="S::aaescobar2@espe.edu.ec::0b6e6b42-f3b3-4c79-9c62-42b0b77ac08a" providerId="AD" clId="Web-{212A827B-BFF4-E5B6-4486-27B53162F572}" dt="2024-12-15T14:31:04.329" v="13" actId="20577"/>
          <ac:spMkLst>
            <pc:docMk/>
            <pc:sldMk cId="2457111656" sldId="542"/>
            <ac:spMk id="2064" creationId="{20426607-0F92-B457-02EE-EB9B8E2A6709}"/>
          </ac:spMkLst>
        </pc:spChg>
        <pc:spChg chg="mod">
          <ac:chgData name="AYME ALEJANDRA ESCOBAR DIAZ" userId="S::aaescobar2@espe.edu.ec::0b6e6b42-f3b3-4c79-9c62-42b0b77ac08a" providerId="AD" clId="Web-{212A827B-BFF4-E5B6-4486-27B53162F572}" dt="2024-12-15T14:31:24.267" v="18" actId="20577"/>
          <ac:spMkLst>
            <pc:docMk/>
            <pc:sldMk cId="2457111656" sldId="542"/>
            <ac:spMk id="2065" creationId="{1B9C4FFE-E4F2-6E50-B45B-5E167FFFACB8}"/>
          </ac:spMkLst>
        </pc:spChg>
        <pc:picChg chg="del">
          <ac:chgData name="AYME ALEJANDRA ESCOBAR DIAZ" userId="S::aaescobar2@espe.edu.ec::0b6e6b42-f3b3-4c79-9c62-42b0b77ac08a" providerId="AD" clId="Web-{212A827B-BFF4-E5B6-4486-27B53162F572}" dt="2024-12-15T14:31:24.782" v="19"/>
          <ac:picMkLst>
            <pc:docMk/>
            <pc:sldMk cId="2457111656" sldId="542"/>
            <ac:picMk id="2" creationId="{D6D96FCE-8E91-4AD9-338F-FCFAC7899F1D}"/>
          </ac:picMkLst>
        </pc:picChg>
        <pc:picChg chg="add del mod">
          <ac:chgData name="AYME ALEJANDRA ESCOBAR DIAZ" userId="S::aaescobar2@espe.edu.ec::0b6e6b42-f3b3-4c79-9c62-42b0b77ac08a" providerId="AD" clId="Web-{212A827B-BFF4-E5B6-4486-27B53162F572}" dt="2024-12-15T14:34:17.693" v="54"/>
          <ac:picMkLst>
            <pc:docMk/>
            <pc:sldMk cId="2457111656" sldId="542"/>
            <ac:picMk id="3" creationId="{FC8902B1-0BDF-21AE-07A4-672467B535E6}"/>
          </ac:picMkLst>
        </pc:picChg>
        <pc:picChg chg="add del mod">
          <ac:chgData name="AYME ALEJANDRA ESCOBAR DIAZ" userId="S::aaescobar2@espe.edu.ec::0b6e6b42-f3b3-4c79-9c62-42b0b77ac08a" providerId="AD" clId="Web-{212A827B-BFF4-E5B6-4486-27B53162F572}" dt="2024-12-15T14:34:17.693" v="53"/>
          <ac:picMkLst>
            <pc:docMk/>
            <pc:sldMk cId="2457111656" sldId="542"/>
            <ac:picMk id="4" creationId="{0A9B0AC2-EDFC-71DA-969B-99022988176C}"/>
          </ac:picMkLst>
        </pc:picChg>
        <pc:picChg chg="del">
          <ac:chgData name="AYME ALEJANDRA ESCOBAR DIAZ" userId="S::aaescobar2@espe.edu.ec::0b6e6b42-f3b3-4c79-9c62-42b0b77ac08a" providerId="AD" clId="Web-{212A827B-BFF4-E5B6-4486-27B53162F572}" dt="2024-12-15T14:31:26.220" v="20"/>
          <ac:picMkLst>
            <pc:docMk/>
            <pc:sldMk cId="2457111656" sldId="542"/>
            <ac:picMk id="5" creationId="{0E1A1361-D28D-D2E8-2335-AC9CE7AFC3FC}"/>
          </ac:picMkLst>
        </pc:picChg>
        <pc:picChg chg="add del mod">
          <ac:chgData name="AYME ALEJANDRA ESCOBAR DIAZ" userId="S::aaescobar2@espe.edu.ec::0b6e6b42-f3b3-4c79-9c62-42b0b77ac08a" providerId="AD" clId="Web-{212A827B-BFF4-E5B6-4486-27B53162F572}" dt="2024-12-15T14:34:17.693" v="52"/>
          <ac:picMkLst>
            <pc:docMk/>
            <pc:sldMk cId="2457111656" sldId="542"/>
            <ac:picMk id="7" creationId="{C9CEF983-1EB2-9520-8233-312BAB68453E}"/>
          </ac:picMkLst>
        </pc:picChg>
        <pc:picChg chg="add mod">
          <ac:chgData name="AYME ALEJANDRA ESCOBAR DIAZ" userId="S::aaescobar2@espe.edu.ec::0b6e6b42-f3b3-4c79-9c62-42b0b77ac08a" providerId="AD" clId="Web-{212A827B-BFF4-E5B6-4486-27B53162F572}" dt="2024-12-15T14:34:53.413" v="80" actId="1076"/>
          <ac:picMkLst>
            <pc:docMk/>
            <pc:sldMk cId="2457111656" sldId="542"/>
            <ac:picMk id="8" creationId="{F3441DC7-384D-9B8D-7E27-64D8C8F9943D}"/>
          </ac:picMkLst>
        </pc:picChg>
      </pc:sldChg>
      <pc:sldChg chg="addSp delSp modSp add replId">
        <pc:chgData name="AYME ALEJANDRA ESCOBAR DIAZ" userId="S::aaescobar2@espe.edu.ec::0b6e6b42-f3b3-4c79-9c62-42b0b77ac08a" providerId="AD" clId="Web-{212A827B-BFF4-E5B6-4486-27B53162F572}" dt="2024-12-15T14:34:07.630" v="50" actId="1076"/>
        <pc:sldMkLst>
          <pc:docMk/>
          <pc:sldMk cId="2019217793" sldId="543"/>
        </pc:sldMkLst>
        <pc:picChg chg="add mod">
          <ac:chgData name="AYME ALEJANDRA ESCOBAR DIAZ" userId="S::aaescobar2@espe.edu.ec::0b6e6b42-f3b3-4c79-9c62-42b0b77ac08a" providerId="AD" clId="Web-{212A827B-BFF4-E5B6-4486-27B53162F572}" dt="2024-12-15T14:33:08.863" v="41" actId="1076"/>
          <ac:picMkLst>
            <pc:docMk/>
            <pc:sldMk cId="2019217793" sldId="543"/>
            <ac:picMk id="2" creationId="{2342DB81-6B3E-1051-05F1-C82435E933B7}"/>
          </ac:picMkLst>
        </pc:picChg>
        <pc:picChg chg="del">
          <ac:chgData name="AYME ALEJANDRA ESCOBAR DIAZ" userId="S::aaescobar2@espe.edu.ec::0b6e6b42-f3b3-4c79-9c62-42b0b77ac08a" providerId="AD" clId="Web-{212A827B-BFF4-E5B6-4486-27B53162F572}" dt="2024-12-15T14:32:53.738" v="35"/>
          <ac:picMkLst>
            <pc:docMk/>
            <pc:sldMk cId="2019217793" sldId="543"/>
            <ac:picMk id="3" creationId="{FC8902B1-0BDF-21AE-07A4-672467B535E6}"/>
          </ac:picMkLst>
        </pc:picChg>
        <pc:picChg chg="del">
          <ac:chgData name="AYME ALEJANDRA ESCOBAR DIAZ" userId="S::aaescobar2@espe.edu.ec::0b6e6b42-f3b3-4c79-9c62-42b0b77ac08a" providerId="AD" clId="Web-{212A827B-BFF4-E5B6-4486-27B53162F572}" dt="2024-12-15T14:33:13.738" v="42"/>
          <ac:picMkLst>
            <pc:docMk/>
            <pc:sldMk cId="2019217793" sldId="543"/>
            <ac:picMk id="4" creationId="{0A9B0AC2-EDFC-71DA-969B-99022988176C}"/>
          </ac:picMkLst>
        </pc:picChg>
        <pc:picChg chg="add mod">
          <ac:chgData name="AYME ALEJANDRA ESCOBAR DIAZ" userId="S::aaescobar2@espe.edu.ec::0b6e6b42-f3b3-4c79-9c62-42b0b77ac08a" providerId="AD" clId="Web-{212A827B-BFF4-E5B6-4486-27B53162F572}" dt="2024-12-15T14:34:07.630" v="50" actId="1076"/>
          <ac:picMkLst>
            <pc:docMk/>
            <pc:sldMk cId="2019217793" sldId="543"/>
            <ac:picMk id="5" creationId="{2D335AF7-482C-B9AF-813A-CC4C9A9D82C4}"/>
          </ac:picMkLst>
        </pc:picChg>
        <pc:picChg chg="del">
          <ac:chgData name="AYME ALEJANDRA ESCOBAR DIAZ" userId="S::aaescobar2@espe.edu.ec::0b6e6b42-f3b3-4c79-9c62-42b0b77ac08a" providerId="AD" clId="Web-{212A827B-BFF4-E5B6-4486-27B53162F572}" dt="2024-12-15T14:33:56.864" v="46"/>
          <ac:picMkLst>
            <pc:docMk/>
            <pc:sldMk cId="2019217793" sldId="543"/>
            <ac:picMk id="7" creationId="{C9CEF983-1EB2-9520-8233-312BAB68453E}"/>
          </ac:picMkLst>
        </pc:picChg>
        <pc:picChg chg="add mod">
          <ac:chgData name="AYME ALEJANDRA ESCOBAR DIAZ" userId="S::aaescobar2@espe.edu.ec::0b6e6b42-f3b3-4c79-9c62-42b0b77ac08a" providerId="AD" clId="Web-{212A827B-BFF4-E5B6-4486-27B53162F572}" dt="2024-12-15T14:34:05.427" v="49" actId="14100"/>
          <ac:picMkLst>
            <pc:docMk/>
            <pc:sldMk cId="2019217793" sldId="543"/>
            <ac:picMk id="8" creationId="{9F311385-5809-D295-CF6F-5B94DB6865B1}"/>
          </ac:picMkLst>
        </pc:picChg>
      </pc:sldChg>
      <pc:sldChg chg="add replId">
        <pc:chgData name="AYME ALEJANDRA ESCOBAR DIAZ" userId="S::aaescobar2@espe.edu.ec::0b6e6b42-f3b3-4c79-9c62-42b0b77ac08a" providerId="AD" clId="Web-{212A827B-BFF4-E5B6-4486-27B53162F572}" dt="2024-12-15T14:34:13.271" v="51"/>
        <pc:sldMkLst>
          <pc:docMk/>
          <pc:sldMk cId="2025697477" sldId="545"/>
        </pc:sldMkLst>
      </pc:sldChg>
      <pc:sldChg chg="addSp delSp modSp add replId">
        <pc:chgData name="AYME ALEJANDRA ESCOBAR DIAZ" userId="S::aaescobar2@espe.edu.ec::0b6e6b42-f3b3-4c79-9c62-42b0b77ac08a" providerId="AD" clId="Web-{212A827B-BFF4-E5B6-4486-27B53162F572}" dt="2024-12-15T14:36:41.806" v="183" actId="20577"/>
        <pc:sldMkLst>
          <pc:docMk/>
          <pc:sldMk cId="1767057285" sldId="546"/>
        </pc:sldMkLst>
        <pc:spChg chg="add mod">
          <ac:chgData name="AYME ALEJANDRA ESCOBAR DIAZ" userId="S::aaescobar2@espe.edu.ec::0b6e6b42-f3b3-4c79-9c62-42b0b77ac08a" providerId="AD" clId="Web-{212A827B-BFF4-E5B6-4486-27B53162F572}" dt="2024-12-15T14:36:41.806" v="183" actId="20577"/>
          <ac:spMkLst>
            <pc:docMk/>
            <pc:sldMk cId="1767057285" sldId="546"/>
            <ac:spMk id="4" creationId="{D1E5A8F9-C8F6-82EA-769F-6B2D1F99D861}"/>
          </ac:spMkLst>
        </pc:spChg>
        <pc:spChg chg="mod">
          <ac:chgData name="AYME ALEJANDRA ESCOBAR DIAZ" userId="S::aaescobar2@espe.edu.ec::0b6e6b42-f3b3-4c79-9c62-42b0b77ac08a" providerId="AD" clId="Web-{212A827B-BFF4-E5B6-4486-27B53162F572}" dt="2024-12-15T14:36:13.336" v="153" actId="1076"/>
          <ac:spMkLst>
            <pc:docMk/>
            <pc:sldMk cId="1767057285" sldId="546"/>
            <ac:spMk id="10" creationId="{1EB43A10-C47A-8DAD-830D-AA7DFBC8723A}"/>
          </ac:spMkLst>
        </pc:spChg>
        <pc:picChg chg="add mod">
          <ac:chgData name="AYME ALEJANDRA ESCOBAR DIAZ" userId="S::aaescobar2@espe.edu.ec::0b6e6b42-f3b3-4c79-9c62-42b0b77ac08a" providerId="AD" clId="Web-{212A827B-BFF4-E5B6-4486-27B53162F572}" dt="2024-12-15T14:35:54.008" v="143" actId="1076"/>
          <ac:picMkLst>
            <pc:docMk/>
            <pc:sldMk cId="1767057285" sldId="546"/>
            <ac:picMk id="2" creationId="{CA6E0757-22A8-317D-F6F8-064E04DAE47F}"/>
          </ac:picMkLst>
        </pc:picChg>
        <pc:picChg chg="add mod">
          <ac:chgData name="AYME ALEJANDRA ESCOBAR DIAZ" userId="S::aaescobar2@espe.edu.ec::0b6e6b42-f3b3-4c79-9c62-42b0b77ac08a" providerId="AD" clId="Web-{212A827B-BFF4-E5B6-4486-27B53162F572}" dt="2024-12-15T14:36:23.415" v="156" actId="1076"/>
          <ac:picMkLst>
            <pc:docMk/>
            <pc:sldMk cId="1767057285" sldId="546"/>
            <ac:picMk id="3" creationId="{56B5A2A1-6DA2-4752-812A-4DFEB252A272}"/>
          </ac:picMkLst>
        </pc:picChg>
        <pc:picChg chg="del">
          <ac:chgData name="AYME ALEJANDRA ESCOBAR DIAZ" userId="S::aaescobar2@espe.edu.ec::0b6e6b42-f3b3-4c79-9c62-42b0b77ac08a" providerId="AD" clId="Web-{212A827B-BFF4-E5B6-4486-27B53162F572}" dt="2024-12-15T14:35:42.195" v="137"/>
          <ac:picMkLst>
            <pc:docMk/>
            <pc:sldMk cId="1767057285" sldId="546"/>
            <ac:picMk id="8" creationId="{F3441DC7-384D-9B8D-7E27-64D8C8F9943D}"/>
          </ac:picMkLst>
        </pc:picChg>
      </pc:sldChg>
      <pc:sldChg chg="addSp delSp modSp add replId">
        <pc:chgData name="AYME ALEJANDRA ESCOBAR DIAZ" userId="S::aaescobar2@espe.edu.ec::0b6e6b42-f3b3-4c79-9c62-42b0b77ac08a" providerId="AD" clId="Web-{212A827B-BFF4-E5B6-4486-27B53162F572}" dt="2024-12-15T14:38:04.120" v="265" actId="20577"/>
        <pc:sldMkLst>
          <pc:docMk/>
          <pc:sldMk cId="407488282" sldId="547"/>
        </pc:sldMkLst>
        <pc:spChg chg="mod">
          <ac:chgData name="AYME ALEJANDRA ESCOBAR DIAZ" userId="S::aaescobar2@espe.edu.ec::0b6e6b42-f3b3-4c79-9c62-42b0b77ac08a" providerId="AD" clId="Web-{212A827B-BFF4-E5B6-4486-27B53162F572}" dt="2024-12-15T14:38:04.120" v="265" actId="20577"/>
          <ac:spMkLst>
            <pc:docMk/>
            <pc:sldMk cId="407488282" sldId="547"/>
            <ac:spMk id="4" creationId="{D1E5A8F9-C8F6-82EA-769F-6B2D1F99D861}"/>
          </ac:spMkLst>
        </pc:spChg>
        <pc:picChg chg="del">
          <ac:chgData name="AYME ALEJANDRA ESCOBAR DIAZ" userId="S::aaescobar2@espe.edu.ec::0b6e6b42-f3b3-4c79-9c62-42b0b77ac08a" providerId="AD" clId="Web-{212A827B-BFF4-E5B6-4486-27B53162F572}" dt="2024-12-15T14:36:54.119" v="186"/>
          <ac:picMkLst>
            <pc:docMk/>
            <pc:sldMk cId="407488282" sldId="547"/>
            <ac:picMk id="2" creationId="{CA6E0757-22A8-317D-F6F8-064E04DAE47F}"/>
          </ac:picMkLst>
        </pc:picChg>
        <pc:picChg chg="del">
          <ac:chgData name="AYME ALEJANDRA ESCOBAR DIAZ" userId="S::aaescobar2@espe.edu.ec::0b6e6b42-f3b3-4c79-9c62-42b0b77ac08a" providerId="AD" clId="Web-{212A827B-BFF4-E5B6-4486-27B53162F572}" dt="2024-12-15T14:36:54.119" v="185"/>
          <ac:picMkLst>
            <pc:docMk/>
            <pc:sldMk cId="407488282" sldId="547"/>
            <ac:picMk id="3" creationId="{56B5A2A1-6DA2-4752-812A-4DFEB252A272}"/>
          </ac:picMkLst>
        </pc:picChg>
        <pc:picChg chg="add mod">
          <ac:chgData name="AYME ALEJANDRA ESCOBAR DIAZ" userId="S::aaescobar2@espe.edu.ec::0b6e6b42-f3b3-4c79-9c62-42b0b77ac08a" providerId="AD" clId="Web-{212A827B-BFF4-E5B6-4486-27B53162F572}" dt="2024-12-15T14:37:11.994" v="193" actId="14100"/>
          <ac:picMkLst>
            <pc:docMk/>
            <pc:sldMk cId="407488282" sldId="547"/>
            <ac:picMk id="5" creationId="{B6D19BFA-444F-059C-E7D1-4D2D789B39F7}"/>
          </ac:picMkLst>
        </pc:picChg>
      </pc:sldChg>
      <pc:sldChg chg="add del replId">
        <pc:chgData name="AYME ALEJANDRA ESCOBAR DIAZ" userId="S::aaescobar2@espe.edu.ec::0b6e6b42-f3b3-4c79-9c62-42b0b77ac08a" providerId="AD" clId="Web-{212A827B-BFF4-E5B6-4486-27B53162F572}" dt="2024-12-15T14:35:43.914" v="139"/>
        <pc:sldMkLst>
          <pc:docMk/>
          <pc:sldMk cId="1730248622" sldId="547"/>
        </pc:sldMkLst>
      </pc:sldChg>
      <pc:sldChg chg="add del replId">
        <pc:chgData name="AYME ALEJANDRA ESCOBAR DIAZ" userId="S::aaescobar2@espe.edu.ec::0b6e6b42-f3b3-4c79-9c62-42b0b77ac08a" providerId="AD" clId="Web-{212A827B-BFF4-E5B6-4486-27B53162F572}" dt="2024-12-15T14:36:56.634" v="188"/>
        <pc:sldMkLst>
          <pc:docMk/>
          <pc:sldMk cId="1316910913" sldId="548"/>
        </pc:sldMkLst>
      </pc:sldChg>
      <pc:sldChg chg="addSp delSp modSp add replId">
        <pc:chgData name="AYME ALEJANDRA ESCOBAR DIAZ" userId="S::aaescobar2@espe.edu.ec::0b6e6b42-f3b3-4c79-9c62-42b0b77ac08a" providerId="AD" clId="Web-{212A827B-BFF4-E5B6-4486-27B53162F572}" dt="2024-12-15T14:38:56.606" v="321" actId="20577"/>
        <pc:sldMkLst>
          <pc:docMk/>
          <pc:sldMk cId="3561448050" sldId="548"/>
        </pc:sldMkLst>
        <pc:spChg chg="del">
          <ac:chgData name="AYME ALEJANDRA ESCOBAR DIAZ" userId="S::aaescobar2@espe.edu.ec::0b6e6b42-f3b3-4c79-9c62-42b0b77ac08a" providerId="AD" clId="Web-{212A827B-BFF4-E5B6-4486-27B53162F572}" dt="2024-12-15T14:38:34.371" v="291"/>
          <ac:spMkLst>
            <pc:docMk/>
            <pc:sldMk cId="3561448050" sldId="548"/>
            <ac:spMk id="4" creationId="{D1E5A8F9-C8F6-82EA-769F-6B2D1F99D861}"/>
          </ac:spMkLst>
        </pc:spChg>
        <pc:spChg chg="mod">
          <ac:chgData name="AYME ALEJANDRA ESCOBAR DIAZ" userId="S::aaescobar2@espe.edu.ec::0b6e6b42-f3b3-4c79-9c62-42b0b77ac08a" providerId="AD" clId="Web-{212A827B-BFF4-E5B6-4486-27B53162F572}" dt="2024-12-15T14:38:17.605" v="285" actId="20577"/>
          <ac:spMkLst>
            <pc:docMk/>
            <pc:sldMk cId="3561448050" sldId="548"/>
            <ac:spMk id="6" creationId="{EB06E753-7B0A-A2FA-F9EE-279A47AD7B2C}"/>
          </ac:spMkLst>
        </pc:spChg>
        <pc:spChg chg="mod">
          <ac:chgData name="AYME ALEJANDRA ESCOBAR DIAZ" userId="S::aaescobar2@espe.edu.ec::0b6e6b42-f3b3-4c79-9c62-42b0b77ac08a" providerId="AD" clId="Web-{212A827B-BFF4-E5B6-4486-27B53162F572}" dt="2024-12-15T14:38:56.606" v="321" actId="20577"/>
          <ac:spMkLst>
            <pc:docMk/>
            <pc:sldMk cId="3561448050" sldId="548"/>
            <ac:spMk id="10" creationId="{1EB43A10-C47A-8DAD-830D-AA7DFBC8723A}"/>
          </ac:spMkLst>
        </pc:spChg>
        <pc:picChg chg="add mod modCrop">
          <ac:chgData name="AYME ALEJANDRA ESCOBAR DIAZ" userId="S::aaescobar2@espe.edu.ec::0b6e6b42-f3b3-4c79-9c62-42b0b77ac08a" providerId="AD" clId="Web-{212A827B-BFF4-E5B6-4486-27B53162F572}" dt="2024-12-15T14:38:46.497" v="296"/>
          <ac:picMkLst>
            <pc:docMk/>
            <pc:sldMk cId="3561448050" sldId="548"/>
            <ac:picMk id="2" creationId="{93E11927-204B-80A7-4C38-E9D550DCFFAD}"/>
          </ac:picMkLst>
        </pc:picChg>
        <pc:picChg chg="add mod">
          <ac:chgData name="AYME ALEJANDRA ESCOBAR DIAZ" userId="S::aaescobar2@espe.edu.ec::0b6e6b42-f3b3-4c79-9c62-42b0b77ac08a" providerId="AD" clId="Web-{212A827B-BFF4-E5B6-4486-27B53162F572}" dt="2024-12-15T14:38:39.778" v="294" actId="1076"/>
          <ac:picMkLst>
            <pc:docMk/>
            <pc:sldMk cId="3561448050" sldId="548"/>
            <ac:picMk id="3" creationId="{A8BF5C14-95EE-35A6-24B3-D903B0D9420B}"/>
          </ac:picMkLst>
        </pc:picChg>
        <pc:picChg chg="del">
          <ac:chgData name="AYME ALEJANDRA ESCOBAR DIAZ" userId="S::aaescobar2@espe.edu.ec::0b6e6b42-f3b3-4c79-9c62-42b0b77ac08a" providerId="AD" clId="Web-{212A827B-BFF4-E5B6-4486-27B53162F572}" dt="2024-12-15T14:38:18.840" v="286"/>
          <ac:picMkLst>
            <pc:docMk/>
            <pc:sldMk cId="3561448050" sldId="548"/>
            <ac:picMk id="5" creationId="{B6D19BFA-444F-059C-E7D1-4D2D789B39F7}"/>
          </ac:picMkLst>
        </pc:picChg>
      </pc:sldChg>
      <pc:sldChg chg="addSp delSp modSp add replId">
        <pc:chgData name="AYME ALEJANDRA ESCOBAR DIAZ" userId="S::aaescobar2@espe.edu.ec::0b6e6b42-f3b3-4c79-9c62-42b0b77ac08a" providerId="AD" clId="Web-{212A827B-BFF4-E5B6-4486-27B53162F572}" dt="2024-12-15T14:39:56.092" v="341" actId="1076"/>
        <pc:sldMkLst>
          <pc:docMk/>
          <pc:sldMk cId="353803073" sldId="549"/>
        </pc:sldMkLst>
        <pc:picChg chg="del">
          <ac:chgData name="AYME ALEJANDRA ESCOBAR DIAZ" userId="S::aaescobar2@espe.edu.ec::0b6e6b42-f3b3-4c79-9c62-42b0b77ac08a" providerId="AD" clId="Web-{212A827B-BFF4-E5B6-4486-27B53162F572}" dt="2024-12-15T14:39:05.138" v="323"/>
          <ac:picMkLst>
            <pc:docMk/>
            <pc:sldMk cId="353803073" sldId="549"/>
            <ac:picMk id="2" creationId="{93E11927-204B-80A7-4C38-E9D550DCFFAD}"/>
          </ac:picMkLst>
        </pc:picChg>
        <pc:picChg chg="del">
          <ac:chgData name="AYME ALEJANDRA ESCOBAR DIAZ" userId="S::aaescobar2@espe.edu.ec::0b6e6b42-f3b3-4c79-9c62-42b0b77ac08a" providerId="AD" clId="Web-{212A827B-BFF4-E5B6-4486-27B53162F572}" dt="2024-12-15T14:39:24.372" v="331"/>
          <ac:picMkLst>
            <pc:docMk/>
            <pc:sldMk cId="353803073" sldId="549"/>
            <ac:picMk id="3" creationId="{A8BF5C14-95EE-35A6-24B3-D903B0D9420B}"/>
          </ac:picMkLst>
        </pc:picChg>
        <pc:picChg chg="add mod modCrop">
          <ac:chgData name="AYME ALEJANDRA ESCOBAR DIAZ" userId="S::aaescobar2@espe.edu.ec::0b6e6b42-f3b3-4c79-9c62-42b0b77ac08a" providerId="AD" clId="Web-{212A827B-BFF4-E5B6-4486-27B53162F572}" dt="2024-12-15T14:39:20.841" v="330" actId="1076"/>
          <ac:picMkLst>
            <pc:docMk/>
            <pc:sldMk cId="353803073" sldId="549"/>
            <ac:picMk id="4" creationId="{DD949B5B-1956-EC80-A8F3-962B91CB9793}"/>
          </ac:picMkLst>
        </pc:picChg>
        <pc:picChg chg="add mod modCrop">
          <ac:chgData name="AYME ALEJANDRA ESCOBAR DIAZ" userId="S::aaescobar2@espe.edu.ec::0b6e6b42-f3b3-4c79-9c62-42b0b77ac08a" providerId="AD" clId="Web-{212A827B-BFF4-E5B6-4486-27B53162F572}" dt="2024-12-15T14:39:56.092" v="341" actId="1076"/>
          <ac:picMkLst>
            <pc:docMk/>
            <pc:sldMk cId="353803073" sldId="549"/>
            <ac:picMk id="5" creationId="{0DE4B525-D681-07C8-2C1E-CF5F8629651B}"/>
          </ac:picMkLst>
        </pc:picChg>
      </pc:sldChg>
      <pc:sldChg chg="addSp delSp modSp add replId">
        <pc:chgData name="AYME ALEJANDRA ESCOBAR DIAZ" userId="S::aaescobar2@espe.edu.ec::0b6e6b42-f3b3-4c79-9c62-42b0b77ac08a" providerId="AD" clId="Web-{212A827B-BFF4-E5B6-4486-27B53162F572}" dt="2024-12-15T14:40:44.906" v="371" actId="1076"/>
        <pc:sldMkLst>
          <pc:docMk/>
          <pc:sldMk cId="1469799452" sldId="550"/>
        </pc:sldMkLst>
        <pc:spChg chg="mod">
          <ac:chgData name="AYME ALEJANDRA ESCOBAR DIAZ" userId="S::aaescobar2@espe.edu.ec::0b6e6b42-f3b3-4c79-9c62-42b0b77ac08a" providerId="AD" clId="Web-{212A827B-BFF4-E5B6-4486-27B53162F572}" dt="2024-12-15T14:40:29.608" v="364" actId="14100"/>
          <ac:spMkLst>
            <pc:docMk/>
            <pc:sldMk cId="1469799452" sldId="550"/>
            <ac:spMk id="10" creationId="{1EB43A10-C47A-8DAD-830D-AA7DFBC8723A}"/>
          </ac:spMkLst>
        </pc:spChg>
        <pc:picChg chg="add mod">
          <ac:chgData name="AYME ALEJANDRA ESCOBAR DIAZ" userId="S::aaescobar2@espe.edu.ec::0b6e6b42-f3b3-4c79-9c62-42b0b77ac08a" providerId="AD" clId="Web-{212A827B-BFF4-E5B6-4486-27B53162F572}" dt="2024-12-15T14:40:44.906" v="371" actId="1076"/>
          <ac:picMkLst>
            <pc:docMk/>
            <pc:sldMk cId="1469799452" sldId="550"/>
            <ac:picMk id="2" creationId="{E3989A59-EB18-0484-CDDD-9233453D99FA}"/>
          </ac:picMkLst>
        </pc:picChg>
        <pc:picChg chg="del">
          <ac:chgData name="AYME ALEJANDRA ESCOBAR DIAZ" userId="S::aaescobar2@espe.edu.ec::0b6e6b42-f3b3-4c79-9c62-42b0b77ac08a" providerId="AD" clId="Web-{212A827B-BFF4-E5B6-4486-27B53162F572}" dt="2024-12-15T14:40:34.374" v="365"/>
          <ac:picMkLst>
            <pc:docMk/>
            <pc:sldMk cId="1469799452" sldId="550"/>
            <ac:picMk id="4" creationId="{DD949B5B-1956-EC80-A8F3-962B91CB9793}"/>
          </ac:picMkLst>
        </pc:picChg>
        <pc:picChg chg="del">
          <ac:chgData name="AYME ALEJANDRA ESCOBAR DIAZ" userId="S::aaescobar2@espe.edu.ec::0b6e6b42-f3b3-4c79-9c62-42b0b77ac08a" providerId="AD" clId="Web-{212A827B-BFF4-E5B6-4486-27B53162F572}" dt="2024-12-15T14:40:39.468" v="369"/>
          <ac:picMkLst>
            <pc:docMk/>
            <pc:sldMk cId="1469799452" sldId="550"/>
            <ac:picMk id="5" creationId="{0DE4B525-D681-07C8-2C1E-CF5F8629651B}"/>
          </ac:picMkLst>
        </pc:picChg>
      </pc:sldChg>
      <pc:sldChg chg="addSp delSp modSp add replId">
        <pc:chgData name="AYME ALEJANDRA ESCOBAR DIAZ" userId="S::aaescobar2@espe.edu.ec::0b6e6b42-f3b3-4c79-9c62-42b0b77ac08a" providerId="AD" clId="Web-{212A827B-BFF4-E5B6-4486-27B53162F572}" dt="2024-12-15T14:41:26.719" v="382" actId="1076"/>
        <pc:sldMkLst>
          <pc:docMk/>
          <pc:sldMk cId="1158434678" sldId="551"/>
        </pc:sldMkLst>
        <pc:picChg chg="del">
          <ac:chgData name="AYME ALEJANDRA ESCOBAR DIAZ" userId="S::aaescobar2@espe.edu.ec::0b6e6b42-f3b3-4c79-9c62-42b0b77ac08a" providerId="AD" clId="Web-{212A827B-BFF4-E5B6-4486-27B53162F572}" dt="2024-12-15T14:40:50.437" v="373"/>
          <ac:picMkLst>
            <pc:docMk/>
            <pc:sldMk cId="1158434678" sldId="551"/>
            <ac:picMk id="2" creationId="{E3989A59-EB18-0484-CDDD-9233453D99FA}"/>
          </ac:picMkLst>
        </pc:picChg>
        <pc:picChg chg="add mod">
          <ac:chgData name="AYME ALEJANDRA ESCOBAR DIAZ" userId="S::aaescobar2@espe.edu.ec::0b6e6b42-f3b3-4c79-9c62-42b0b77ac08a" providerId="AD" clId="Web-{212A827B-BFF4-E5B6-4486-27B53162F572}" dt="2024-12-15T14:41:26.719" v="382" actId="1076"/>
          <ac:picMkLst>
            <pc:docMk/>
            <pc:sldMk cId="1158434678" sldId="551"/>
            <ac:picMk id="3" creationId="{EF0E2A98-29C3-6C2B-8B77-E67C64397899}"/>
          </ac:picMkLst>
        </pc:picChg>
      </pc:sldChg>
      <pc:sldChg chg="addSp delSp modSp add replId">
        <pc:chgData name="AYME ALEJANDRA ESCOBAR DIAZ" userId="S::aaescobar2@espe.edu.ec::0b6e6b42-f3b3-4c79-9c62-42b0b77ac08a" providerId="AD" clId="Web-{212A827B-BFF4-E5B6-4486-27B53162F572}" dt="2024-12-15T14:41:22.969" v="381" actId="1076"/>
        <pc:sldMkLst>
          <pc:docMk/>
          <pc:sldMk cId="249799833" sldId="552"/>
        </pc:sldMkLst>
        <pc:picChg chg="add mod">
          <ac:chgData name="AYME ALEJANDRA ESCOBAR DIAZ" userId="S::aaescobar2@espe.edu.ec::0b6e6b42-f3b3-4c79-9c62-42b0b77ac08a" providerId="AD" clId="Web-{212A827B-BFF4-E5B6-4486-27B53162F572}" dt="2024-12-15T14:41:22.969" v="381" actId="1076"/>
          <ac:picMkLst>
            <pc:docMk/>
            <pc:sldMk cId="249799833" sldId="552"/>
            <ac:picMk id="2" creationId="{96891E73-10D2-60B1-6FCC-1411B6B71DE6}"/>
          </ac:picMkLst>
        </pc:picChg>
        <pc:picChg chg="del">
          <ac:chgData name="AYME ALEJANDRA ESCOBAR DIAZ" userId="S::aaescobar2@espe.edu.ec::0b6e6b42-f3b3-4c79-9c62-42b0b77ac08a" providerId="AD" clId="Web-{212A827B-BFF4-E5B6-4486-27B53162F572}" dt="2024-12-15T14:41:18.032" v="378"/>
          <ac:picMkLst>
            <pc:docMk/>
            <pc:sldMk cId="249799833" sldId="552"/>
            <ac:picMk id="3" creationId="{EF0E2A98-29C3-6C2B-8B77-E67C64397899}"/>
          </ac:picMkLst>
        </pc:picChg>
      </pc:sldChg>
      <pc:sldChg chg="addSp delSp modSp add replId">
        <pc:chgData name="AYME ALEJANDRA ESCOBAR DIAZ" userId="S::aaescobar2@espe.edu.ec::0b6e6b42-f3b3-4c79-9c62-42b0b77ac08a" providerId="AD" clId="Web-{212A827B-BFF4-E5B6-4486-27B53162F572}" dt="2024-12-15T14:41:38.860" v="388" actId="1076"/>
        <pc:sldMkLst>
          <pc:docMk/>
          <pc:sldMk cId="3584773434" sldId="553"/>
        </pc:sldMkLst>
        <pc:picChg chg="del">
          <ac:chgData name="AYME ALEJANDRA ESCOBAR DIAZ" userId="S::aaescobar2@espe.edu.ec::0b6e6b42-f3b3-4c79-9c62-42b0b77ac08a" providerId="AD" clId="Web-{212A827B-BFF4-E5B6-4486-27B53162F572}" dt="2024-12-15T14:41:32.329" v="384"/>
          <ac:picMkLst>
            <pc:docMk/>
            <pc:sldMk cId="3584773434" sldId="553"/>
            <ac:picMk id="2" creationId="{96891E73-10D2-60B1-6FCC-1411B6B71DE6}"/>
          </ac:picMkLst>
        </pc:picChg>
        <pc:picChg chg="add mod">
          <ac:chgData name="AYME ALEJANDRA ESCOBAR DIAZ" userId="S::aaescobar2@espe.edu.ec::0b6e6b42-f3b3-4c79-9c62-42b0b77ac08a" providerId="AD" clId="Web-{212A827B-BFF4-E5B6-4486-27B53162F572}" dt="2024-12-15T14:41:38.860" v="388" actId="1076"/>
          <ac:picMkLst>
            <pc:docMk/>
            <pc:sldMk cId="3584773434" sldId="553"/>
            <ac:picMk id="3" creationId="{DF1AAA05-48D1-1821-D506-798C27498C75}"/>
          </ac:picMkLst>
        </pc:picChg>
      </pc:sldChg>
      <pc:sldChg chg="addSp delSp modSp add replId">
        <pc:chgData name="AYME ALEJANDRA ESCOBAR DIAZ" userId="S::aaescobar2@espe.edu.ec::0b6e6b42-f3b3-4c79-9c62-42b0b77ac08a" providerId="AD" clId="Web-{212A827B-BFF4-E5B6-4486-27B53162F572}" dt="2024-12-15T14:42:59.253" v="398" actId="1076"/>
        <pc:sldMkLst>
          <pc:docMk/>
          <pc:sldMk cId="735647904" sldId="554"/>
        </pc:sldMkLst>
        <pc:picChg chg="del mod">
          <ac:chgData name="AYME ALEJANDRA ESCOBAR DIAZ" userId="S::aaescobar2@espe.edu.ec::0b6e6b42-f3b3-4c79-9c62-42b0b77ac08a" providerId="AD" clId="Web-{212A827B-BFF4-E5B6-4486-27B53162F572}" dt="2024-12-15T14:42:53.987" v="396"/>
          <ac:picMkLst>
            <pc:docMk/>
            <pc:sldMk cId="735647904" sldId="554"/>
            <ac:picMk id="2" creationId="{D6D96FCE-8E91-4AD9-338F-FCFAC7899F1D}"/>
          </ac:picMkLst>
        </pc:picChg>
        <pc:picChg chg="add del mod">
          <ac:chgData name="AYME ALEJANDRA ESCOBAR DIAZ" userId="S::aaescobar2@espe.edu.ec::0b6e6b42-f3b3-4c79-9c62-42b0b77ac08a" providerId="AD" clId="Web-{212A827B-BFF4-E5B6-4486-27B53162F572}" dt="2024-12-15T14:42:59.253" v="398" actId="1076"/>
          <ac:picMkLst>
            <pc:docMk/>
            <pc:sldMk cId="735647904" sldId="554"/>
            <ac:picMk id="5" creationId="{0E1A1361-D28D-D2E8-2335-AC9CE7AFC3FC}"/>
          </ac:picMkLst>
        </pc:picChg>
      </pc:sldChg>
      <pc:sldChg chg="addSp delSp modSp add replId">
        <pc:chgData name="AYME ALEJANDRA ESCOBAR DIAZ" userId="S::aaescobar2@espe.edu.ec::0b6e6b42-f3b3-4c79-9c62-42b0b77ac08a" providerId="AD" clId="Web-{212A827B-BFF4-E5B6-4486-27B53162F572}" dt="2024-12-15T14:45:23.210" v="412" actId="1076"/>
        <pc:sldMkLst>
          <pc:docMk/>
          <pc:sldMk cId="1500265924" sldId="555"/>
        </pc:sldMkLst>
        <pc:picChg chg="del">
          <ac:chgData name="AYME ALEJANDRA ESCOBAR DIAZ" userId="S::aaescobar2@espe.edu.ec::0b6e6b42-f3b3-4c79-9c62-42b0b77ac08a" providerId="AD" clId="Web-{212A827B-BFF4-E5B6-4486-27B53162F572}" dt="2024-12-15T14:45:06.990" v="407"/>
          <ac:picMkLst>
            <pc:docMk/>
            <pc:sldMk cId="1500265924" sldId="555"/>
            <ac:picMk id="2" creationId="{6904DC57-0143-F968-2A28-FDF0D8CBB3E5}"/>
          </ac:picMkLst>
        </pc:picChg>
        <pc:picChg chg="del">
          <ac:chgData name="AYME ALEJANDRA ESCOBAR DIAZ" userId="S::aaescobar2@espe.edu.ec::0b6e6b42-f3b3-4c79-9c62-42b0b77ac08a" providerId="AD" clId="Web-{212A827B-BFF4-E5B6-4486-27B53162F572}" dt="2024-12-15T14:45:08.084" v="408"/>
          <ac:picMkLst>
            <pc:docMk/>
            <pc:sldMk cId="1500265924" sldId="555"/>
            <ac:picMk id="3" creationId="{628418CA-2AAF-8376-1B9F-1327C8B90989}"/>
          </ac:picMkLst>
        </pc:picChg>
        <pc:picChg chg="add mod">
          <ac:chgData name="AYME ALEJANDRA ESCOBAR DIAZ" userId="S::aaescobar2@espe.edu.ec::0b6e6b42-f3b3-4c79-9c62-42b0b77ac08a" providerId="AD" clId="Web-{212A827B-BFF4-E5B6-4486-27B53162F572}" dt="2024-12-15T14:45:23.210" v="412" actId="1076"/>
          <ac:picMkLst>
            <pc:docMk/>
            <pc:sldMk cId="1500265924" sldId="555"/>
            <ac:picMk id="4" creationId="{E86F6D3E-F610-FDEE-2CCA-ACD07CF43113}"/>
          </ac:picMkLst>
        </pc:picChg>
      </pc:sldChg>
      <pc:sldChg chg="addSp delSp modSp add replId">
        <pc:chgData name="AYME ALEJANDRA ESCOBAR DIAZ" userId="S::aaescobar2@espe.edu.ec::0b6e6b42-f3b3-4c79-9c62-42b0b77ac08a" providerId="AD" clId="Web-{212A827B-BFF4-E5B6-4486-27B53162F572}" dt="2024-12-15T14:45:37.163" v="418" actId="1076"/>
        <pc:sldMkLst>
          <pc:docMk/>
          <pc:sldMk cId="2521632733" sldId="556"/>
        </pc:sldMkLst>
        <pc:picChg chg="add mod">
          <ac:chgData name="AYME ALEJANDRA ESCOBAR DIAZ" userId="S::aaescobar2@espe.edu.ec::0b6e6b42-f3b3-4c79-9c62-42b0b77ac08a" providerId="AD" clId="Web-{212A827B-BFF4-E5B6-4486-27B53162F572}" dt="2024-12-15T14:45:37.163" v="418" actId="1076"/>
          <ac:picMkLst>
            <pc:docMk/>
            <pc:sldMk cId="2521632733" sldId="556"/>
            <ac:picMk id="2" creationId="{337AE4FC-0B6C-2FF3-14ED-B3FCD7DEA31C}"/>
          </ac:picMkLst>
        </pc:picChg>
        <pc:picChg chg="del">
          <ac:chgData name="AYME ALEJANDRA ESCOBAR DIAZ" userId="S::aaescobar2@espe.edu.ec::0b6e6b42-f3b3-4c79-9c62-42b0b77ac08a" providerId="AD" clId="Web-{212A827B-BFF4-E5B6-4486-27B53162F572}" dt="2024-12-15T14:45:30.225" v="414"/>
          <ac:picMkLst>
            <pc:docMk/>
            <pc:sldMk cId="2521632733" sldId="556"/>
            <ac:picMk id="4" creationId="{E86F6D3E-F610-FDEE-2CCA-ACD07CF43113}"/>
          </ac:picMkLst>
        </pc:picChg>
      </pc:sldChg>
    </pc:docChg>
  </pc:docChgLst>
  <pc:docChgLst>
    <pc:chgData name="DEYVID ANDRES IBARRA BASANTES" userId="S::daibarra@espe.edu.ec::8d1662b9-822f-4f68-b70f-8a16a6fac380" providerId="AD" clId="Web-{5D3BEACF-E48D-5282-AC59-7D6A6F08C4BB}"/>
    <pc:docChg chg="addSld delSld modSld">
      <pc:chgData name="DEYVID ANDRES IBARRA BASANTES" userId="S::daibarra@espe.edu.ec::8d1662b9-822f-4f68-b70f-8a16a6fac380" providerId="AD" clId="Web-{5D3BEACF-E48D-5282-AC59-7D6A6F08C4BB}" dt="2024-12-15T14:42:55.250" v="166" actId="1076"/>
      <pc:docMkLst>
        <pc:docMk/>
      </pc:docMkLst>
      <pc:sldChg chg="delSp del">
        <pc:chgData name="DEYVID ANDRES IBARRA BASANTES" userId="S::daibarra@espe.edu.ec::8d1662b9-822f-4f68-b70f-8a16a6fac380" providerId="AD" clId="Web-{5D3BEACF-E48D-5282-AC59-7D6A6F08C4BB}" dt="2024-12-15T14:27:45.582" v="3"/>
        <pc:sldMkLst>
          <pc:docMk/>
          <pc:sldMk cId="2167532197" sldId="489"/>
        </pc:sldMkLst>
        <pc:picChg chg="del">
          <ac:chgData name="DEYVID ANDRES IBARRA BASANTES" userId="S::daibarra@espe.edu.ec::8d1662b9-822f-4f68-b70f-8a16a6fac380" providerId="AD" clId="Web-{5D3BEACF-E48D-5282-AC59-7D6A6F08C4BB}" dt="2024-12-15T14:27:18.643" v="0"/>
          <ac:picMkLst>
            <pc:docMk/>
            <pc:sldMk cId="2167532197" sldId="489"/>
            <ac:picMk id="4" creationId="{430653BE-485C-2F8F-8382-68BE2A588A08}"/>
          </ac:picMkLst>
        </pc:picChg>
      </pc:sldChg>
      <pc:sldChg chg="del">
        <pc:chgData name="DEYVID ANDRES IBARRA BASANTES" userId="S::daibarra@espe.edu.ec::8d1662b9-822f-4f68-b70f-8a16a6fac380" providerId="AD" clId="Web-{5D3BEACF-E48D-5282-AC59-7D6A6F08C4BB}" dt="2024-12-15T14:27:38.253" v="1"/>
        <pc:sldMkLst>
          <pc:docMk/>
          <pc:sldMk cId="2090997797" sldId="490"/>
        </pc:sldMkLst>
      </pc:sldChg>
      <pc:sldChg chg="del">
        <pc:chgData name="DEYVID ANDRES IBARRA BASANTES" userId="S::daibarra@espe.edu.ec::8d1662b9-822f-4f68-b70f-8a16a6fac380" providerId="AD" clId="Web-{5D3BEACF-E48D-5282-AC59-7D6A6F08C4BB}" dt="2024-12-15T14:27:41.363" v="2"/>
        <pc:sldMkLst>
          <pc:docMk/>
          <pc:sldMk cId="3481615079" sldId="491"/>
        </pc:sldMkLst>
      </pc:sldChg>
      <pc:sldChg chg="addSp delSp modSp">
        <pc:chgData name="DEYVID ANDRES IBARRA BASANTES" userId="S::daibarra@espe.edu.ec::8d1662b9-822f-4f68-b70f-8a16a6fac380" providerId="AD" clId="Web-{5D3BEACF-E48D-5282-AC59-7D6A6F08C4BB}" dt="2024-12-15T14:37:18.983" v="84" actId="14100"/>
        <pc:sldMkLst>
          <pc:docMk/>
          <pc:sldMk cId="313982669" sldId="533"/>
        </pc:sldMkLst>
        <pc:spChg chg="mod">
          <ac:chgData name="DEYVID ANDRES IBARRA BASANTES" userId="S::daibarra@espe.edu.ec::8d1662b9-822f-4f68-b70f-8a16a6fac380" providerId="AD" clId="Web-{5D3BEACF-E48D-5282-AC59-7D6A6F08C4BB}" dt="2024-12-15T14:37:18.983" v="84" actId="14100"/>
          <ac:spMkLst>
            <pc:docMk/>
            <pc:sldMk cId="313982669" sldId="533"/>
            <ac:spMk id="3" creationId="{162E6267-7EF2-0796-7150-3645975E27AF}"/>
          </ac:spMkLst>
        </pc:spChg>
        <pc:picChg chg="add mod">
          <ac:chgData name="DEYVID ANDRES IBARRA BASANTES" userId="S::daibarra@espe.edu.ec::8d1662b9-822f-4f68-b70f-8a16a6fac380" providerId="AD" clId="Web-{5D3BEACF-E48D-5282-AC59-7D6A6F08C4BB}" dt="2024-12-15T14:37:06.326" v="76" actId="14100"/>
          <ac:picMkLst>
            <pc:docMk/>
            <pc:sldMk cId="313982669" sldId="533"/>
            <ac:picMk id="2" creationId="{D47CB3D5-31EF-E10F-EF2D-C79FC294A726}"/>
          </ac:picMkLst>
        </pc:picChg>
        <pc:picChg chg="del">
          <ac:chgData name="DEYVID ANDRES IBARRA BASANTES" userId="S::daibarra@espe.edu.ec::8d1662b9-822f-4f68-b70f-8a16a6fac380" providerId="AD" clId="Web-{5D3BEACF-E48D-5282-AC59-7D6A6F08C4BB}" dt="2024-12-15T14:37:01.435" v="72"/>
          <ac:picMkLst>
            <pc:docMk/>
            <pc:sldMk cId="313982669" sldId="533"/>
            <ac:picMk id="4" creationId="{8E29E619-7965-B092-040D-B66F596AE994}"/>
          </ac:picMkLst>
        </pc:picChg>
      </pc:sldChg>
      <pc:sldChg chg="addSp delSp modSp">
        <pc:chgData name="DEYVID ANDRES IBARRA BASANTES" userId="S::daibarra@espe.edu.ec::8d1662b9-822f-4f68-b70f-8a16a6fac380" providerId="AD" clId="Web-{5D3BEACF-E48D-5282-AC59-7D6A6F08C4BB}" dt="2024-12-15T14:38:02.988" v="104" actId="14100"/>
        <pc:sldMkLst>
          <pc:docMk/>
          <pc:sldMk cId="157322408" sldId="534"/>
        </pc:sldMkLst>
        <pc:spChg chg="mod">
          <ac:chgData name="DEYVID ANDRES IBARRA BASANTES" userId="S::daibarra@espe.edu.ec::8d1662b9-822f-4f68-b70f-8a16a6fac380" providerId="AD" clId="Web-{5D3BEACF-E48D-5282-AC59-7D6A6F08C4BB}" dt="2024-12-15T14:37:54.003" v="100" actId="20577"/>
          <ac:spMkLst>
            <pc:docMk/>
            <pc:sldMk cId="157322408" sldId="534"/>
            <ac:spMk id="3" creationId="{AF137B04-E812-02D6-D42D-FBD3A14674EF}"/>
          </ac:spMkLst>
        </pc:spChg>
        <pc:spChg chg="del">
          <ac:chgData name="DEYVID ANDRES IBARRA BASANTES" userId="S::daibarra@espe.edu.ec::8d1662b9-822f-4f68-b70f-8a16a6fac380" providerId="AD" clId="Web-{5D3BEACF-E48D-5282-AC59-7D6A6F08C4BB}" dt="2024-12-15T14:37:58.644" v="101"/>
          <ac:spMkLst>
            <pc:docMk/>
            <pc:sldMk cId="157322408" sldId="534"/>
            <ac:spMk id="7" creationId="{E7AC3EC4-AC60-0BAC-4725-92F8F619FCD4}"/>
          </ac:spMkLst>
        </pc:spChg>
        <pc:picChg chg="del">
          <ac:chgData name="DEYVID ANDRES IBARRA BASANTES" userId="S::daibarra@espe.edu.ec::8d1662b9-822f-4f68-b70f-8a16a6fac380" providerId="AD" clId="Web-{5D3BEACF-E48D-5282-AC59-7D6A6F08C4BB}" dt="2024-12-15T14:37:28.799" v="88"/>
          <ac:picMkLst>
            <pc:docMk/>
            <pc:sldMk cId="157322408" sldId="534"/>
            <ac:picMk id="2" creationId="{66F874ED-1458-0512-1020-DEF1F4A8B00F}"/>
          </ac:picMkLst>
        </pc:picChg>
        <pc:picChg chg="add mod">
          <ac:chgData name="DEYVID ANDRES IBARRA BASANTES" userId="S::daibarra@espe.edu.ec::8d1662b9-822f-4f68-b70f-8a16a6fac380" providerId="AD" clId="Web-{5D3BEACF-E48D-5282-AC59-7D6A6F08C4BB}" dt="2024-12-15T14:38:02.988" v="104" actId="14100"/>
          <ac:picMkLst>
            <pc:docMk/>
            <pc:sldMk cId="157322408" sldId="534"/>
            <ac:picMk id="4" creationId="{7D9F8AAD-BBBC-E248-454F-685632D25A44}"/>
          </ac:picMkLst>
        </pc:picChg>
        <pc:picChg chg="del">
          <ac:chgData name="DEYVID ANDRES IBARRA BASANTES" userId="S::daibarra@espe.edu.ec::8d1662b9-822f-4f68-b70f-8a16a6fac380" providerId="AD" clId="Web-{5D3BEACF-E48D-5282-AC59-7D6A6F08C4BB}" dt="2024-12-15T14:37:31.283" v="90"/>
          <ac:picMkLst>
            <pc:docMk/>
            <pc:sldMk cId="157322408" sldId="534"/>
            <ac:picMk id="8" creationId="{B9ABEFD0-FB57-6885-68AC-C684AFB6C0D8}"/>
          </ac:picMkLst>
        </pc:picChg>
        <pc:picChg chg="del">
          <ac:chgData name="DEYVID ANDRES IBARRA BASANTES" userId="S::daibarra@espe.edu.ec::8d1662b9-822f-4f68-b70f-8a16a6fac380" providerId="AD" clId="Web-{5D3BEACF-E48D-5282-AC59-7D6A6F08C4BB}" dt="2024-12-15T14:37:29.424" v="89"/>
          <ac:picMkLst>
            <pc:docMk/>
            <pc:sldMk cId="157322408" sldId="534"/>
            <ac:picMk id="9" creationId="{3F38F371-F125-3E7A-DB2F-4FDBFA181BAB}"/>
          </ac:picMkLst>
        </pc:picChg>
      </pc:sldChg>
      <pc:sldChg chg="addSp delSp modSp">
        <pc:chgData name="DEYVID ANDRES IBARRA BASANTES" userId="S::daibarra@espe.edu.ec::8d1662b9-822f-4f68-b70f-8a16a6fac380" providerId="AD" clId="Web-{5D3BEACF-E48D-5282-AC59-7D6A6F08C4BB}" dt="2024-12-15T14:38:48.052" v="123" actId="1076"/>
        <pc:sldMkLst>
          <pc:docMk/>
          <pc:sldMk cId="138632481" sldId="535"/>
        </pc:sldMkLst>
        <pc:spChg chg="mod">
          <ac:chgData name="DEYVID ANDRES IBARRA BASANTES" userId="S::daibarra@espe.edu.ec::8d1662b9-822f-4f68-b70f-8a16a6fac380" providerId="AD" clId="Web-{5D3BEACF-E48D-5282-AC59-7D6A6F08C4BB}" dt="2024-12-15T14:38:45.818" v="122" actId="20577"/>
          <ac:spMkLst>
            <pc:docMk/>
            <pc:sldMk cId="138632481" sldId="535"/>
            <ac:spMk id="3" creationId="{7102827E-051E-1250-65F9-8C8E9E84FF65}"/>
          </ac:spMkLst>
        </pc:spChg>
        <pc:spChg chg="del">
          <ac:chgData name="DEYVID ANDRES IBARRA BASANTES" userId="S::daibarra@espe.edu.ec::8d1662b9-822f-4f68-b70f-8a16a6fac380" providerId="AD" clId="Web-{5D3BEACF-E48D-5282-AC59-7D6A6F08C4BB}" dt="2024-12-15T14:38:26.676" v="110"/>
          <ac:spMkLst>
            <pc:docMk/>
            <pc:sldMk cId="138632481" sldId="535"/>
            <ac:spMk id="7" creationId="{5B6E6CDC-383F-4A57-F167-31A3904B3A4A}"/>
          </ac:spMkLst>
        </pc:spChg>
        <pc:picChg chg="del">
          <ac:chgData name="DEYVID ANDRES IBARRA BASANTES" userId="S::daibarra@espe.edu.ec::8d1662b9-822f-4f68-b70f-8a16a6fac380" providerId="AD" clId="Web-{5D3BEACF-E48D-5282-AC59-7D6A6F08C4BB}" dt="2024-12-15T14:38:21.473" v="107"/>
          <ac:picMkLst>
            <pc:docMk/>
            <pc:sldMk cId="138632481" sldId="535"/>
            <ac:picMk id="2" creationId="{1097471F-2A38-3B64-3ADA-30B21FFF4B79}"/>
          </ac:picMkLst>
        </pc:picChg>
        <pc:picChg chg="add mod">
          <ac:chgData name="DEYVID ANDRES IBARRA BASANTES" userId="S::daibarra@espe.edu.ec::8d1662b9-822f-4f68-b70f-8a16a6fac380" providerId="AD" clId="Web-{5D3BEACF-E48D-5282-AC59-7D6A6F08C4BB}" dt="2024-12-15T14:38:48.052" v="123" actId="1076"/>
          <ac:picMkLst>
            <pc:docMk/>
            <pc:sldMk cId="138632481" sldId="535"/>
            <ac:picMk id="4" creationId="{BD733F43-9F21-63FC-25BE-FFB335371C38}"/>
          </ac:picMkLst>
        </pc:picChg>
        <pc:picChg chg="del">
          <ac:chgData name="DEYVID ANDRES IBARRA BASANTES" userId="S::daibarra@espe.edu.ec::8d1662b9-822f-4f68-b70f-8a16a6fac380" providerId="AD" clId="Web-{5D3BEACF-E48D-5282-AC59-7D6A6F08C4BB}" dt="2024-12-15T14:38:23.863" v="109"/>
          <ac:picMkLst>
            <pc:docMk/>
            <pc:sldMk cId="138632481" sldId="535"/>
            <ac:picMk id="8" creationId="{64D374BF-F01D-9040-F141-F5AFFD8BCFC3}"/>
          </ac:picMkLst>
        </pc:picChg>
        <pc:picChg chg="del">
          <ac:chgData name="DEYVID ANDRES IBARRA BASANTES" userId="S::daibarra@espe.edu.ec::8d1662b9-822f-4f68-b70f-8a16a6fac380" providerId="AD" clId="Web-{5D3BEACF-E48D-5282-AC59-7D6A6F08C4BB}" dt="2024-12-15T14:38:22.301" v="108"/>
          <ac:picMkLst>
            <pc:docMk/>
            <pc:sldMk cId="138632481" sldId="535"/>
            <ac:picMk id="9" creationId="{FF5A5EEA-FD16-DE75-BC3E-278681653D75}"/>
          </ac:picMkLst>
        </pc:picChg>
      </pc:sldChg>
      <pc:sldChg chg="addSp delSp modSp">
        <pc:chgData name="DEYVID ANDRES IBARRA BASANTES" userId="S::daibarra@espe.edu.ec::8d1662b9-822f-4f68-b70f-8a16a6fac380" providerId="AD" clId="Web-{5D3BEACF-E48D-5282-AC59-7D6A6F08C4BB}" dt="2024-12-15T14:42:55.250" v="166" actId="1076"/>
        <pc:sldMkLst>
          <pc:docMk/>
          <pc:sldMk cId="3989682126" sldId="536"/>
        </pc:sldMkLst>
        <pc:spChg chg="mod">
          <ac:chgData name="DEYVID ANDRES IBARRA BASANTES" userId="S::daibarra@espe.edu.ec::8d1662b9-822f-4f68-b70f-8a16a6fac380" providerId="AD" clId="Web-{5D3BEACF-E48D-5282-AC59-7D6A6F08C4BB}" dt="2024-12-15T14:42:48.797" v="163" actId="20577"/>
          <ac:spMkLst>
            <pc:docMk/>
            <pc:sldMk cId="3989682126" sldId="536"/>
            <ac:spMk id="3" creationId="{BDE5F223-36C6-9FEE-4900-826A6FD84138}"/>
          </ac:spMkLst>
        </pc:spChg>
        <pc:picChg chg="add mod">
          <ac:chgData name="DEYVID ANDRES IBARRA BASANTES" userId="S::daibarra@espe.edu.ec::8d1662b9-822f-4f68-b70f-8a16a6fac380" providerId="AD" clId="Web-{5D3BEACF-E48D-5282-AC59-7D6A6F08C4BB}" dt="2024-12-15T14:42:55.250" v="166" actId="1076"/>
          <ac:picMkLst>
            <pc:docMk/>
            <pc:sldMk cId="3989682126" sldId="536"/>
            <ac:picMk id="2" creationId="{0DF6379B-3DC3-2BCC-CAF9-DB103505CB3B}"/>
          </ac:picMkLst>
        </pc:picChg>
        <pc:picChg chg="del">
          <ac:chgData name="DEYVID ANDRES IBARRA BASANTES" userId="S::daibarra@espe.edu.ec::8d1662b9-822f-4f68-b70f-8a16a6fac380" providerId="AD" clId="Web-{5D3BEACF-E48D-5282-AC59-7D6A6F08C4BB}" dt="2024-12-15T14:42:50.219" v="164"/>
          <ac:picMkLst>
            <pc:docMk/>
            <pc:sldMk cId="3989682126" sldId="536"/>
            <ac:picMk id="4" creationId="{A5E394C8-3F24-6656-E769-3CB49370BD2D}"/>
          </ac:picMkLst>
        </pc:picChg>
      </pc:sldChg>
      <pc:sldChg chg="addSp delSp modSp">
        <pc:chgData name="DEYVID ANDRES IBARRA BASANTES" userId="S::daibarra@espe.edu.ec::8d1662b9-822f-4f68-b70f-8a16a6fac380" providerId="AD" clId="Web-{5D3BEACF-E48D-5282-AC59-7D6A6F08C4BB}" dt="2024-12-15T14:36:31.637" v="69" actId="14100"/>
        <pc:sldMkLst>
          <pc:docMk/>
          <pc:sldMk cId="1625413651" sldId="539"/>
        </pc:sldMkLst>
        <pc:spChg chg="mod">
          <ac:chgData name="DEYVID ANDRES IBARRA BASANTES" userId="S::daibarra@espe.edu.ec::8d1662b9-822f-4f68-b70f-8a16a6fac380" providerId="AD" clId="Web-{5D3BEACF-E48D-5282-AC59-7D6A6F08C4BB}" dt="2024-12-15T14:36:15.777" v="64" actId="20577"/>
          <ac:spMkLst>
            <pc:docMk/>
            <pc:sldMk cId="1625413651" sldId="539"/>
            <ac:spMk id="3" creationId="{B47ACC54-6103-DA6D-B32B-3BB00A327BC3}"/>
          </ac:spMkLst>
        </pc:spChg>
        <pc:picChg chg="add mod">
          <ac:chgData name="DEYVID ANDRES IBARRA BASANTES" userId="S::daibarra@espe.edu.ec::8d1662b9-822f-4f68-b70f-8a16a6fac380" providerId="AD" clId="Web-{5D3BEACF-E48D-5282-AC59-7D6A6F08C4BB}" dt="2024-12-15T14:36:31.637" v="69" actId="14100"/>
          <ac:picMkLst>
            <pc:docMk/>
            <pc:sldMk cId="1625413651" sldId="539"/>
            <ac:picMk id="2" creationId="{99004E19-E3B5-35E3-A757-91BEC9CC6944}"/>
          </ac:picMkLst>
        </pc:picChg>
        <pc:picChg chg="del">
          <ac:chgData name="DEYVID ANDRES IBARRA BASANTES" userId="S::daibarra@espe.edu.ec::8d1662b9-822f-4f68-b70f-8a16a6fac380" providerId="AD" clId="Web-{5D3BEACF-E48D-5282-AC59-7D6A6F08C4BB}" dt="2024-12-15T14:36:16.308" v="65"/>
          <ac:picMkLst>
            <pc:docMk/>
            <pc:sldMk cId="1625413651" sldId="539"/>
            <ac:picMk id="4" creationId="{3AED1CAF-4284-DA71-7968-DAC91CFD6311}"/>
          </ac:picMkLst>
        </pc:picChg>
        <pc:picChg chg="del">
          <ac:chgData name="DEYVID ANDRES IBARRA BASANTES" userId="S::daibarra@espe.edu.ec::8d1662b9-822f-4f68-b70f-8a16a6fac380" providerId="AD" clId="Web-{5D3BEACF-E48D-5282-AC59-7D6A6F08C4BB}" dt="2024-12-15T14:36:17.011" v="66"/>
          <ac:picMkLst>
            <pc:docMk/>
            <pc:sldMk cId="1625413651" sldId="539"/>
            <ac:picMk id="7" creationId="{9D01254D-8BED-04E8-CE03-B32BD71AA09C}"/>
          </ac:picMkLst>
        </pc:picChg>
      </pc:sldChg>
      <pc:sldChg chg="addSp delSp modSp add replId">
        <pc:chgData name="DEYVID ANDRES IBARRA BASANTES" userId="S::daibarra@espe.edu.ec::8d1662b9-822f-4f68-b70f-8a16a6fac380" providerId="AD" clId="Web-{5D3BEACF-E48D-5282-AC59-7D6A6F08C4BB}" dt="2024-12-15T14:40:12.649" v="153" actId="14100"/>
        <pc:sldMkLst>
          <pc:docMk/>
          <pc:sldMk cId="3016051052" sldId="540"/>
        </pc:sldMkLst>
        <pc:spChg chg="mod">
          <ac:chgData name="DEYVID ANDRES IBARRA BASANTES" userId="S::daibarra@espe.edu.ec::8d1662b9-822f-4f68-b70f-8a16a6fac380" providerId="AD" clId="Web-{5D3BEACF-E48D-5282-AC59-7D6A6F08C4BB}" dt="2024-12-15T14:39:58.821" v="149" actId="20577"/>
          <ac:spMkLst>
            <pc:docMk/>
            <pc:sldMk cId="3016051052" sldId="540"/>
            <ac:spMk id="3" creationId="{B47ACC54-6103-DA6D-B32B-3BB00A327BC3}"/>
          </ac:spMkLst>
        </pc:spChg>
        <pc:picChg chg="add del mod">
          <ac:chgData name="DEYVID ANDRES IBARRA BASANTES" userId="S::daibarra@espe.edu.ec::8d1662b9-822f-4f68-b70f-8a16a6fac380" providerId="AD" clId="Web-{5D3BEACF-E48D-5282-AC59-7D6A6F08C4BB}" dt="2024-12-15T14:39:59.149" v="150"/>
          <ac:picMkLst>
            <pc:docMk/>
            <pc:sldMk cId="3016051052" sldId="540"/>
            <ac:picMk id="2" creationId="{4B1AEE22-0B45-C0E0-3522-A7407235CA07}"/>
          </ac:picMkLst>
        </pc:picChg>
        <pc:picChg chg="del">
          <ac:chgData name="DEYVID ANDRES IBARRA BASANTES" userId="S::daibarra@espe.edu.ec::8d1662b9-822f-4f68-b70f-8a16a6fac380" providerId="AD" clId="Web-{5D3BEACF-E48D-5282-AC59-7D6A6F08C4BB}" dt="2024-12-15T14:39:17.319" v="126"/>
          <ac:picMkLst>
            <pc:docMk/>
            <pc:sldMk cId="3016051052" sldId="540"/>
            <ac:picMk id="4" creationId="{3AED1CAF-4284-DA71-7968-DAC91CFD6311}"/>
          </ac:picMkLst>
        </pc:picChg>
        <pc:picChg chg="add mod">
          <ac:chgData name="DEYVID ANDRES IBARRA BASANTES" userId="S::daibarra@espe.edu.ec::8d1662b9-822f-4f68-b70f-8a16a6fac380" providerId="AD" clId="Web-{5D3BEACF-E48D-5282-AC59-7D6A6F08C4BB}" dt="2024-12-15T14:40:12.649" v="153" actId="14100"/>
          <ac:picMkLst>
            <pc:docMk/>
            <pc:sldMk cId="3016051052" sldId="540"/>
            <ac:picMk id="5" creationId="{AB3350D7-B2EC-4CC9-1975-C74D2F1CACC3}"/>
          </ac:picMkLst>
        </pc:picChg>
        <pc:picChg chg="del">
          <ac:chgData name="DEYVID ANDRES IBARRA BASANTES" userId="S::daibarra@espe.edu.ec::8d1662b9-822f-4f68-b70f-8a16a6fac380" providerId="AD" clId="Web-{5D3BEACF-E48D-5282-AC59-7D6A6F08C4BB}" dt="2024-12-15T14:39:15.100" v="124"/>
          <ac:picMkLst>
            <pc:docMk/>
            <pc:sldMk cId="3016051052" sldId="540"/>
            <ac:picMk id="7" creationId="{9D01254D-8BED-04E8-CE03-B32BD71AA09C}"/>
          </ac:picMkLst>
        </pc:picChg>
      </pc:sldChg>
      <pc:sldChg chg="addSp delSp modSp add replId">
        <pc:chgData name="DEYVID ANDRES IBARRA BASANTES" userId="S::daibarra@espe.edu.ec::8d1662b9-822f-4f68-b70f-8a16a6fac380" providerId="AD" clId="Web-{5D3BEACF-E48D-5282-AC59-7D6A6F08C4BB}" dt="2024-12-15T14:32:48.720" v="29" actId="1076"/>
        <pc:sldMkLst>
          <pc:docMk/>
          <pc:sldMk cId="2967577001" sldId="541"/>
        </pc:sldMkLst>
        <pc:spChg chg="del">
          <ac:chgData name="DEYVID ANDRES IBARRA BASANTES" userId="S::daibarra@espe.edu.ec::8d1662b9-822f-4f68-b70f-8a16a6fac380" providerId="AD" clId="Web-{5D3BEACF-E48D-5282-AC59-7D6A6F08C4BB}" dt="2024-12-15T14:30:08.213" v="8"/>
          <ac:spMkLst>
            <pc:docMk/>
            <pc:sldMk cId="2967577001" sldId="541"/>
            <ac:spMk id="3" creationId="{B47ACC54-6103-DA6D-B32B-3BB00A327BC3}"/>
          </ac:spMkLst>
        </pc:spChg>
        <pc:picChg chg="add mod">
          <ac:chgData name="DEYVID ANDRES IBARRA BASANTES" userId="S::daibarra@espe.edu.ec::8d1662b9-822f-4f68-b70f-8a16a6fac380" providerId="AD" clId="Web-{5D3BEACF-E48D-5282-AC59-7D6A6F08C4BB}" dt="2024-12-15T14:31:05.137" v="26" actId="1076"/>
          <ac:picMkLst>
            <pc:docMk/>
            <pc:sldMk cId="2967577001" sldId="541"/>
            <ac:picMk id="2" creationId="{D6D96FCE-8E91-4AD9-338F-FCFAC7899F1D}"/>
          </ac:picMkLst>
        </pc:picChg>
        <pc:picChg chg="del">
          <ac:chgData name="DEYVID ANDRES IBARRA BASANTES" userId="S::daibarra@espe.edu.ec::8d1662b9-822f-4f68-b70f-8a16a6fac380" providerId="AD" clId="Web-{5D3BEACF-E48D-5282-AC59-7D6A6F08C4BB}" dt="2024-12-15T14:30:06.307" v="7"/>
          <ac:picMkLst>
            <pc:docMk/>
            <pc:sldMk cId="2967577001" sldId="541"/>
            <ac:picMk id="4" creationId="{3AED1CAF-4284-DA71-7968-DAC91CFD6311}"/>
          </ac:picMkLst>
        </pc:picChg>
        <pc:picChg chg="add mod">
          <ac:chgData name="DEYVID ANDRES IBARRA BASANTES" userId="S::daibarra@espe.edu.ec::8d1662b9-822f-4f68-b70f-8a16a6fac380" providerId="AD" clId="Web-{5D3BEACF-E48D-5282-AC59-7D6A6F08C4BB}" dt="2024-12-15T14:32:48.720" v="29" actId="1076"/>
          <ac:picMkLst>
            <pc:docMk/>
            <pc:sldMk cId="2967577001" sldId="541"/>
            <ac:picMk id="5" creationId="{0E1A1361-D28D-D2E8-2335-AC9CE7AFC3FC}"/>
          </ac:picMkLst>
        </pc:picChg>
        <pc:picChg chg="del">
          <ac:chgData name="DEYVID ANDRES IBARRA BASANTES" userId="S::daibarra@espe.edu.ec::8d1662b9-822f-4f68-b70f-8a16a6fac380" providerId="AD" clId="Web-{5D3BEACF-E48D-5282-AC59-7D6A6F08C4BB}" dt="2024-12-15T14:30:05.119" v="6"/>
          <ac:picMkLst>
            <pc:docMk/>
            <pc:sldMk cId="2967577001" sldId="541"/>
            <ac:picMk id="7" creationId="{9D01254D-8BED-04E8-CE03-B32BD71AA09C}"/>
          </ac:picMkLst>
        </pc:picChg>
      </pc:sldChg>
      <pc:sldChg chg="add del replId">
        <pc:chgData name="DEYVID ANDRES IBARRA BASANTES" userId="S::daibarra@espe.edu.ec::8d1662b9-822f-4f68-b70f-8a16a6fac380" providerId="AD" clId="Web-{5D3BEACF-E48D-5282-AC59-7D6A6F08C4BB}" dt="2024-12-15T14:30:10.010" v="10"/>
        <pc:sldMkLst>
          <pc:docMk/>
          <pc:sldMk cId="2907160330" sldId="542"/>
        </pc:sldMkLst>
      </pc:sldChg>
      <pc:sldChg chg="addSp delSp modSp add replId">
        <pc:chgData name="DEYVID ANDRES IBARRA BASANTES" userId="S::daibarra@espe.edu.ec::8d1662b9-822f-4f68-b70f-8a16a6fac380" providerId="AD" clId="Web-{5D3BEACF-E48D-5282-AC59-7D6A6F08C4BB}" dt="2024-12-15T14:34:19.146" v="57"/>
        <pc:sldMkLst>
          <pc:docMk/>
          <pc:sldMk cId="2000079674" sldId="544"/>
        </pc:sldMkLst>
        <pc:picChg chg="del">
          <ac:chgData name="DEYVID ANDRES IBARRA BASANTES" userId="S::daibarra@espe.edu.ec::8d1662b9-822f-4f68-b70f-8a16a6fac380" providerId="AD" clId="Web-{5D3BEACF-E48D-5282-AC59-7D6A6F08C4BB}" dt="2024-12-15T14:32:54.533" v="31"/>
          <ac:picMkLst>
            <pc:docMk/>
            <pc:sldMk cId="2000079674" sldId="544"/>
            <ac:picMk id="2" creationId="{D6D96FCE-8E91-4AD9-338F-FCFAC7899F1D}"/>
          </ac:picMkLst>
        </pc:picChg>
        <pc:picChg chg="add mod">
          <ac:chgData name="DEYVID ANDRES IBARRA BASANTES" userId="S::daibarra@espe.edu.ec::8d1662b9-822f-4f68-b70f-8a16a6fac380" providerId="AD" clId="Web-{5D3BEACF-E48D-5282-AC59-7D6A6F08C4BB}" dt="2024-12-15T14:33:24.096" v="39" actId="1076"/>
          <ac:picMkLst>
            <pc:docMk/>
            <pc:sldMk cId="2000079674" sldId="544"/>
            <ac:picMk id="3" creationId="{B2D46997-E385-4809-C5D7-E57E16F1455A}"/>
          </ac:picMkLst>
        </pc:picChg>
        <pc:picChg chg="add mod">
          <ac:chgData name="DEYVID ANDRES IBARRA BASANTES" userId="S::daibarra@espe.edu.ec::8d1662b9-822f-4f68-b70f-8a16a6fac380" providerId="AD" clId="Web-{5D3BEACF-E48D-5282-AC59-7D6A6F08C4BB}" dt="2024-12-15T14:34:03.520" v="49" actId="1076"/>
          <ac:picMkLst>
            <pc:docMk/>
            <pc:sldMk cId="2000079674" sldId="544"/>
            <ac:picMk id="4" creationId="{3CD3F228-6AA1-4351-778C-FF6714512E92}"/>
          </ac:picMkLst>
        </pc:picChg>
        <pc:picChg chg="del">
          <ac:chgData name="DEYVID ANDRES IBARRA BASANTES" userId="S::daibarra@espe.edu.ec::8d1662b9-822f-4f68-b70f-8a16a6fac380" providerId="AD" clId="Web-{5D3BEACF-E48D-5282-AC59-7D6A6F08C4BB}" dt="2024-12-15T14:32:55.314" v="32"/>
          <ac:picMkLst>
            <pc:docMk/>
            <pc:sldMk cId="2000079674" sldId="544"/>
            <ac:picMk id="5" creationId="{0E1A1361-D28D-D2E8-2335-AC9CE7AFC3FC}"/>
          </ac:picMkLst>
        </pc:picChg>
        <pc:picChg chg="add mod">
          <ac:chgData name="DEYVID ANDRES IBARRA BASANTES" userId="S::daibarra@espe.edu.ec::8d1662b9-822f-4f68-b70f-8a16a6fac380" providerId="AD" clId="Web-{5D3BEACF-E48D-5282-AC59-7D6A6F08C4BB}" dt="2024-12-15T14:34:19.146" v="57"/>
          <ac:picMkLst>
            <pc:docMk/>
            <pc:sldMk cId="2000079674" sldId="544"/>
            <ac:picMk id="7" creationId="{4F7D39CF-0C28-245D-A4F5-1BF9E3688DF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f1d002987d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g1f1d002987d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f1d002987d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g1f1d002987d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f1d002987d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g1f1d002987d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5902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f1d002987d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g1f1d002987d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942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1f1d002987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g1f1d002987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f1d9125ab9_0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g1f1d9125ab9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1f1d9125ab9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g1f1d9125ab9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f1d9125ab9_0_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g1f1d9125ab9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66371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3" name="Google Shape;52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3" name="Google Shape;533;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1f1d9125ab9_0_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g1f1d9125ab9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49683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1" name="Google Shape;551;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p:cNvGrpSpPr/>
        <p:nvPr/>
      </p:nvGrpSpPr>
      <p:grpSpPr>
        <a:xfrm>
          <a:off x="0" y="0"/>
          <a:ext cx="0" cy="0"/>
          <a:chOff x="0" y="0"/>
          <a:chExt cx="0" cy="0"/>
        </a:xfrm>
      </p:grpSpPr>
      <p:sp>
        <p:nvSpPr>
          <p:cNvPr id="2061" name="Google Shape;2061;p2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67475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18594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28590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65792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73730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25069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76761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24571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08798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57826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88987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5062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38953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52311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05616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88337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42266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03607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32570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53772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02849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18424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85212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1270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52B80-8E82-D160-D920-75B26CECF02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2E3912B-7272-3014-17D0-06333D8BF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2664834-0636-24C0-C566-D0BDAD0CA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59631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1589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02398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43068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05896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48156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13600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372798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60525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46764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3746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98293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47570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928112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9889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2682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01311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647690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462603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589408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424408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640649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217896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p:cNvGrpSpPr/>
        <p:nvPr/>
      </p:nvGrpSpPr>
      <p:grpSpPr>
        <a:xfrm>
          <a:off x="0" y="0"/>
          <a:ext cx="0" cy="0"/>
          <a:chOff x="0" y="0"/>
          <a:chExt cx="0" cy="0"/>
        </a:xfrm>
      </p:grpSpPr>
      <p:sp>
        <p:nvSpPr>
          <p:cNvPr id="2061" name="Google Shape;2061;p2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518275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p:cNvGrpSpPr/>
        <p:nvPr/>
      </p:nvGrpSpPr>
      <p:grpSpPr>
        <a:xfrm>
          <a:off x="0" y="0"/>
          <a:ext cx="0" cy="0"/>
          <a:chOff x="0" y="0"/>
          <a:chExt cx="0" cy="0"/>
        </a:xfrm>
      </p:grpSpPr>
      <p:sp>
        <p:nvSpPr>
          <p:cNvPr id="2061" name="Google Shape;2061;p2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0076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214"/>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14"/>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14"/>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spcBef>
                <a:spcPts val="320"/>
              </a:spcBef>
              <a:spcAft>
                <a:spcPts val="0"/>
              </a:spcAft>
              <a:buSzPts val="1472"/>
              <a:buNone/>
              <a:defRPr sz="1600" cap="none">
                <a:solidFill>
                  <a:schemeClr val="accent2"/>
                </a:solidFill>
              </a:defRPr>
            </a:lvl1pPr>
            <a:lvl2pPr lvl="1" algn="ctr">
              <a:spcBef>
                <a:spcPts val="600"/>
              </a:spcBef>
              <a:spcAft>
                <a:spcPts val="0"/>
              </a:spcAft>
              <a:buSzPts val="1472"/>
              <a:buNone/>
              <a:defRPr>
                <a:solidFill>
                  <a:srgbClr val="888888"/>
                </a:solidFill>
              </a:defRPr>
            </a:lvl2pPr>
            <a:lvl3pPr lvl="2" algn="ctr">
              <a:spcBef>
                <a:spcPts val="600"/>
              </a:spcBef>
              <a:spcAft>
                <a:spcPts val="0"/>
              </a:spcAft>
              <a:buSzPts val="1288"/>
              <a:buNone/>
              <a:defRPr>
                <a:solidFill>
                  <a:srgbClr val="888888"/>
                </a:solidFill>
              </a:defRPr>
            </a:lvl3pPr>
            <a:lvl4pPr lvl="3" algn="ctr">
              <a:spcBef>
                <a:spcPts val="600"/>
              </a:spcBef>
              <a:spcAft>
                <a:spcPts val="0"/>
              </a:spcAft>
              <a:buSzPts val="1104"/>
              <a:buNone/>
              <a:defRPr>
                <a:solidFill>
                  <a:srgbClr val="888888"/>
                </a:solidFill>
              </a:defRPr>
            </a:lvl4pPr>
            <a:lvl5pPr lvl="4" algn="ctr">
              <a:spcBef>
                <a:spcPts val="600"/>
              </a:spcBef>
              <a:spcAft>
                <a:spcPts val="0"/>
              </a:spcAft>
              <a:buSzPts val="1104"/>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a:endParaRPr/>
          </a:p>
        </p:txBody>
      </p:sp>
      <p:sp>
        <p:nvSpPr>
          <p:cNvPr id="22" name="Google Shape;22;p214"/>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1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14"/>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rgbClr val="2D58AC"/>
                </a:solidFill>
                <a:latin typeface="Gill Sans"/>
                <a:ea typeface="Gill Sans"/>
                <a:cs typeface="Gill Sans"/>
                <a:sym typeface="Gill Sans"/>
              </a:defRPr>
            </a:lvl1pPr>
            <a:lvl2pPr marL="0" lvl="1" indent="0" algn="r">
              <a:spcBef>
                <a:spcPts val="0"/>
              </a:spcBef>
              <a:buNone/>
              <a:defRPr sz="900" b="0" i="0" u="none" strike="noStrike" cap="none">
                <a:solidFill>
                  <a:srgbClr val="2D58AC"/>
                </a:solidFill>
                <a:latin typeface="Gill Sans"/>
                <a:ea typeface="Gill Sans"/>
                <a:cs typeface="Gill Sans"/>
                <a:sym typeface="Gill Sans"/>
              </a:defRPr>
            </a:lvl2pPr>
            <a:lvl3pPr marL="0" lvl="2" indent="0" algn="r">
              <a:spcBef>
                <a:spcPts val="0"/>
              </a:spcBef>
              <a:buNone/>
              <a:defRPr sz="900" b="0" i="0" u="none" strike="noStrike" cap="none">
                <a:solidFill>
                  <a:srgbClr val="2D58AC"/>
                </a:solidFill>
                <a:latin typeface="Gill Sans"/>
                <a:ea typeface="Gill Sans"/>
                <a:cs typeface="Gill Sans"/>
                <a:sym typeface="Gill Sans"/>
              </a:defRPr>
            </a:lvl3pPr>
            <a:lvl4pPr marL="0" lvl="3" indent="0" algn="r">
              <a:spcBef>
                <a:spcPts val="0"/>
              </a:spcBef>
              <a:buNone/>
              <a:defRPr sz="900" b="0" i="0" u="none" strike="noStrike" cap="none">
                <a:solidFill>
                  <a:srgbClr val="2D58AC"/>
                </a:solidFill>
                <a:latin typeface="Gill Sans"/>
                <a:ea typeface="Gill Sans"/>
                <a:cs typeface="Gill Sans"/>
                <a:sym typeface="Gill Sans"/>
              </a:defRPr>
            </a:lvl4pPr>
            <a:lvl5pPr marL="0" lvl="4" indent="0" algn="r">
              <a:spcBef>
                <a:spcPts val="0"/>
              </a:spcBef>
              <a:buNone/>
              <a:defRPr sz="900" b="0" i="0" u="none" strike="noStrike" cap="none">
                <a:solidFill>
                  <a:srgbClr val="2D58AC"/>
                </a:solidFill>
                <a:latin typeface="Gill Sans"/>
                <a:ea typeface="Gill Sans"/>
                <a:cs typeface="Gill Sans"/>
                <a:sym typeface="Gill Sans"/>
              </a:defRPr>
            </a:lvl5pPr>
            <a:lvl6pPr marL="0" lvl="5" indent="0" algn="r">
              <a:spcBef>
                <a:spcPts val="0"/>
              </a:spcBef>
              <a:buNone/>
              <a:defRPr sz="900" b="0" i="0" u="none" strike="noStrike" cap="none">
                <a:solidFill>
                  <a:srgbClr val="2D58AC"/>
                </a:solidFill>
                <a:latin typeface="Gill Sans"/>
                <a:ea typeface="Gill Sans"/>
                <a:cs typeface="Gill Sans"/>
                <a:sym typeface="Gill Sans"/>
              </a:defRPr>
            </a:lvl6pPr>
            <a:lvl7pPr marL="0" lvl="6" indent="0" algn="r">
              <a:spcBef>
                <a:spcPts val="0"/>
              </a:spcBef>
              <a:buNone/>
              <a:defRPr sz="900" b="0" i="0" u="none" strike="noStrike" cap="none">
                <a:solidFill>
                  <a:srgbClr val="2D58AC"/>
                </a:solidFill>
                <a:latin typeface="Gill Sans"/>
                <a:ea typeface="Gill Sans"/>
                <a:cs typeface="Gill Sans"/>
                <a:sym typeface="Gill Sans"/>
              </a:defRPr>
            </a:lvl7pPr>
            <a:lvl8pPr marL="0" lvl="7" indent="0" algn="r">
              <a:spcBef>
                <a:spcPts val="0"/>
              </a:spcBef>
              <a:buNone/>
              <a:defRPr sz="900" b="0" i="0" u="none" strike="noStrike" cap="none">
                <a:solidFill>
                  <a:srgbClr val="2D58AC"/>
                </a:solidFill>
                <a:latin typeface="Gill Sans"/>
                <a:ea typeface="Gill Sans"/>
                <a:cs typeface="Gill Sans"/>
                <a:sym typeface="Gill Sans"/>
              </a:defRPr>
            </a:lvl8pPr>
            <a:lvl9pPr marL="0" lvl="8" indent="0" algn="r">
              <a:spcBef>
                <a:spcPts val="0"/>
              </a:spcBef>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215"/>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1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15"/>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9" name="Google Shape;29;p21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1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15"/>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2"/>
        <p:cNvGrpSpPr/>
        <p:nvPr/>
      </p:nvGrpSpPr>
      <p:grpSpPr>
        <a:xfrm>
          <a:off x="0" y="0"/>
          <a:ext cx="0" cy="0"/>
          <a:chOff x="0" y="0"/>
          <a:chExt cx="0" cy="0"/>
        </a:xfrm>
      </p:grpSpPr>
      <p:sp>
        <p:nvSpPr>
          <p:cNvPr id="33" name="Google Shape;33;p216"/>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16"/>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b="0" cap="none">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16"/>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656"/>
              <a:buNone/>
              <a:defRPr sz="1800" cap="none">
                <a:solidFill>
                  <a:schemeClr val="accent2"/>
                </a:solidFill>
              </a:defRPr>
            </a:lvl1pPr>
            <a:lvl2pPr marL="914400" lvl="1" indent="-228600" algn="l">
              <a:spcBef>
                <a:spcPts val="600"/>
              </a:spcBef>
              <a:spcAft>
                <a:spcPts val="0"/>
              </a:spcAft>
              <a:buSzPts val="1656"/>
              <a:buNone/>
              <a:defRPr sz="1800">
                <a:solidFill>
                  <a:srgbClr val="888888"/>
                </a:solidFill>
              </a:defRPr>
            </a:lvl2pPr>
            <a:lvl3pPr marL="1371600" lvl="2" indent="-228600" algn="l">
              <a:spcBef>
                <a:spcPts val="600"/>
              </a:spcBef>
              <a:spcAft>
                <a:spcPts val="0"/>
              </a:spcAft>
              <a:buSzPts val="1472"/>
              <a:buNone/>
              <a:defRPr sz="1600">
                <a:solidFill>
                  <a:srgbClr val="888888"/>
                </a:solidFill>
              </a:defRPr>
            </a:lvl3pPr>
            <a:lvl4pPr marL="1828800" lvl="3" indent="-228600" algn="l">
              <a:spcBef>
                <a:spcPts val="600"/>
              </a:spcBef>
              <a:spcAft>
                <a:spcPts val="0"/>
              </a:spcAft>
              <a:buSzPts val="1288"/>
              <a:buNone/>
              <a:defRPr sz="1400">
                <a:solidFill>
                  <a:srgbClr val="888888"/>
                </a:solidFill>
              </a:defRPr>
            </a:lvl4pPr>
            <a:lvl5pPr marL="2286000" lvl="4" indent="-228600" algn="l">
              <a:spcBef>
                <a:spcPts val="600"/>
              </a:spcBef>
              <a:spcAft>
                <a:spcPts val="0"/>
              </a:spcAft>
              <a:buSzPts val="1288"/>
              <a:buNone/>
              <a:defRPr sz="1400">
                <a:solidFill>
                  <a:srgbClr val="888888"/>
                </a:solidFill>
              </a:defRPr>
            </a:lvl5pPr>
            <a:lvl6pPr marL="2743200" lvl="5" indent="-228600" algn="l">
              <a:spcBef>
                <a:spcPts val="600"/>
              </a:spcBef>
              <a:spcAft>
                <a:spcPts val="0"/>
              </a:spcAft>
              <a:buSzPts val="1288"/>
              <a:buNone/>
              <a:defRPr sz="1400">
                <a:solidFill>
                  <a:srgbClr val="888888"/>
                </a:solidFill>
              </a:defRPr>
            </a:lvl6pPr>
            <a:lvl7pPr marL="3200400" lvl="6" indent="-228600" algn="l">
              <a:spcBef>
                <a:spcPts val="600"/>
              </a:spcBef>
              <a:spcAft>
                <a:spcPts val="0"/>
              </a:spcAft>
              <a:buSzPts val="1288"/>
              <a:buNone/>
              <a:defRPr sz="1400">
                <a:solidFill>
                  <a:srgbClr val="888888"/>
                </a:solidFill>
              </a:defRPr>
            </a:lvl7pPr>
            <a:lvl8pPr marL="3657600" lvl="7" indent="-228600" algn="l">
              <a:spcBef>
                <a:spcPts val="600"/>
              </a:spcBef>
              <a:spcAft>
                <a:spcPts val="0"/>
              </a:spcAft>
              <a:buSzPts val="1288"/>
              <a:buNone/>
              <a:defRPr sz="1400">
                <a:solidFill>
                  <a:srgbClr val="888888"/>
                </a:solidFill>
              </a:defRPr>
            </a:lvl8pPr>
            <a:lvl9pPr marL="4114800" lvl="8" indent="-228600" algn="l">
              <a:spcBef>
                <a:spcPts val="600"/>
              </a:spcBef>
              <a:spcAft>
                <a:spcPts val="600"/>
              </a:spcAft>
              <a:buSzPts val="1288"/>
              <a:buNone/>
              <a:defRPr sz="1400">
                <a:solidFill>
                  <a:srgbClr val="888888"/>
                </a:solidFill>
              </a:defRPr>
            </a:lvl9pPr>
          </a:lstStyle>
          <a:p>
            <a:endParaRPr/>
          </a:p>
        </p:txBody>
      </p:sp>
      <p:sp>
        <p:nvSpPr>
          <p:cNvPr id="36" name="Google Shape;36;p21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1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2D58AC"/>
                </a:solidFill>
                <a:latin typeface="Gill Sans"/>
                <a:ea typeface="Gill Sans"/>
                <a:cs typeface="Gill Sans"/>
                <a:sym typeface="Gill Sans"/>
              </a:defRPr>
            </a:lvl1pPr>
            <a:lvl2pPr marL="0" lvl="1" indent="0" algn="r">
              <a:spcBef>
                <a:spcPts val="0"/>
              </a:spcBef>
              <a:buNone/>
              <a:defRPr sz="900">
                <a:solidFill>
                  <a:srgbClr val="2D58AC"/>
                </a:solidFill>
                <a:latin typeface="Gill Sans"/>
                <a:ea typeface="Gill Sans"/>
                <a:cs typeface="Gill Sans"/>
                <a:sym typeface="Gill Sans"/>
              </a:defRPr>
            </a:lvl2pPr>
            <a:lvl3pPr marL="0" lvl="2" indent="0" algn="r">
              <a:spcBef>
                <a:spcPts val="0"/>
              </a:spcBef>
              <a:buNone/>
              <a:defRPr sz="900">
                <a:solidFill>
                  <a:srgbClr val="2D58AC"/>
                </a:solidFill>
                <a:latin typeface="Gill Sans"/>
                <a:ea typeface="Gill Sans"/>
                <a:cs typeface="Gill Sans"/>
                <a:sym typeface="Gill Sans"/>
              </a:defRPr>
            </a:lvl3pPr>
            <a:lvl4pPr marL="0" lvl="3" indent="0" algn="r">
              <a:spcBef>
                <a:spcPts val="0"/>
              </a:spcBef>
              <a:buNone/>
              <a:defRPr sz="900">
                <a:solidFill>
                  <a:srgbClr val="2D58AC"/>
                </a:solidFill>
                <a:latin typeface="Gill Sans"/>
                <a:ea typeface="Gill Sans"/>
                <a:cs typeface="Gill Sans"/>
                <a:sym typeface="Gill Sans"/>
              </a:defRPr>
            </a:lvl4pPr>
            <a:lvl5pPr marL="0" lvl="4" indent="0" algn="r">
              <a:spcBef>
                <a:spcPts val="0"/>
              </a:spcBef>
              <a:buNone/>
              <a:defRPr sz="900">
                <a:solidFill>
                  <a:srgbClr val="2D58AC"/>
                </a:solidFill>
                <a:latin typeface="Gill Sans"/>
                <a:ea typeface="Gill Sans"/>
                <a:cs typeface="Gill Sans"/>
                <a:sym typeface="Gill Sans"/>
              </a:defRPr>
            </a:lvl5pPr>
            <a:lvl6pPr marL="0" lvl="5" indent="0" algn="r">
              <a:spcBef>
                <a:spcPts val="0"/>
              </a:spcBef>
              <a:buNone/>
              <a:defRPr sz="900">
                <a:solidFill>
                  <a:srgbClr val="2D58AC"/>
                </a:solidFill>
                <a:latin typeface="Gill Sans"/>
                <a:ea typeface="Gill Sans"/>
                <a:cs typeface="Gill Sans"/>
                <a:sym typeface="Gill Sans"/>
              </a:defRPr>
            </a:lvl6pPr>
            <a:lvl7pPr marL="0" lvl="6" indent="0" algn="r">
              <a:spcBef>
                <a:spcPts val="0"/>
              </a:spcBef>
              <a:buNone/>
              <a:defRPr sz="900">
                <a:solidFill>
                  <a:srgbClr val="2D58AC"/>
                </a:solidFill>
                <a:latin typeface="Gill Sans"/>
                <a:ea typeface="Gill Sans"/>
                <a:cs typeface="Gill Sans"/>
                <a:sym typeface="Gill Sans"/>
              </a:defRPr>
            </a:lvl7pPr>
            <a:lvl8pPr marL="0" lvl="7" indent="0" algn="r">
              <a:spcBef>
                <a:spcPts val="0"/>
              </a:spcBef>
              <a:buNone/>
              <a:defRPr sz="900">
                <a:solidFill>
                  <a:srgbClr val="2D58AC"/>
                </a:solidFill>
                <a:latin typeface="Gill Sans"/>
                <a:ea typeface="Gill Sans"/>
                <a:cs typeface="Gill Sans"/>
                <a:sym typeface="Gill Sans"/>
              </a:defRPr>
            </a:lvl8pPr>
            <a:lvl9pPr marL="0" lvl="8" indent="0" algn="r">
              <a:spcBef>
                <a:spcPts val="0"/>
              </a:spcBef>
              <a:buNone/>
              <a:defRPr sz="900">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9"/>
        <p:cNvGrpSpPr/>
        <p:nvPr/>
      </p:nvGrpSpPr>
      <p:grpSpPr>
        <a:xfrm>
          <a:off x="0" y="0"/>
          <a:ext cx="0" cy="0"/>
          <a:chOff x="0" y="0"/>
          <a:chExt cx="0" cy="0"/>
        </a:xfrm>
      </p:grpSpPr>
      <p:sp>
        <p:nvSpPr>
          <p:cNvPr id="40" name="Google Shape;40;p217"/>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17"/>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7"/>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43" name="Google Shape;43;p217"/>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44" name="Google Shape;44;p21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1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1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218"/>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18"/>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18"/>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51" name="Google Shape;51;p218"/>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2" name="Google Shape;52;p218"/>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53" name="Google Shape;53;p218"/>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4" name="Google Shape;54;p21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1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1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21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1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1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219"/>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19"/>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22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2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221"/>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21"/>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D58AC"/>
              </a:buClr>
              <a:buSzPts val="2000"/>
              <a:buFont typeface="Gill Sans"/>
              <a:buNone/>
              <a:defRPr sz="2000" b="0">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1"/>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spcBef>
                <a:spcPts val="400"/>
              </a:spcBef>
              <a:spcAft>
                <a:spcPts val="0"/>
              </a:spcAft>
              <a:buSzPts val="1840"/>
              <a:buChar char="◼"/>
              <a:defRPr sz="2000">
                <a:solidFill>
                  <a:schemeClr val="dk2"/>
                </a:solidFill>
              </a:defRPr>
            </a:lvl1pPr>
            <a:lvl2pPr marL="914400" lvl="1" indent="-333756" algn="l">
              <a:spcBef>
                <a:spcPts val="600"/>
              </a:spcBef>
              <a:spcAft>
                <a:spcPts val="0"/>
              </a:spcAft>
              <a:buSzPts val="1656"/>
              <a:buChar char="◼"/>
              <a:defRPr sz="1800">
                <a:solidFill>
                  <a:schemeClr val="dk2"/>
                </a:solidFill>
              </a:defRPr>
            </a:lvl2pPr>
            <a:lvl3pPr marL="1371600" lvl="2" indent="-322072" algn="l">
              <a:spcBef>
                <a:spcPts val="600"/>
              </a:spcBef>
              <a:spcAft>
                <a:spcPts val="0"/>
              </a:spcAft>
              <a:buSzPts val="1472"/>
              <a:buChar char="◼"/>
              <a:defRPr sz="1600">
                <a:solidFill>
                  <a:schemeClr val="dk2"/>
                </a:solidFill>
              </a:defRPr>
            </a:lvl3pPr>
            <a:lvl4pPr marL="1828800" lvl="3" indent="-310388" algn="l">
              <a:spcBef>
                <a:spcPts val="600"/>
              </a:spcBef>
              <a:spcAft>
                <a:spcPts val="0"/>
              </a:spcAft>
              <a:buSzPts val="1288"/>
              <a:buChar char="◼"/>
              <a:defRPr sz="1400">
                <a:solidFill>
                  <a:schemeClr val="dk2"/>
                </a:solidFill>
              </a:defRPr>
            </a:lvl4pPr>
            <a:lvl5pPr marL="2286000" lvl="4" indent="-310388" algn="l">
              <a:spcBef>
                <a:spcPts val="600"/>
              </a:spcBef>
              <a:spcAft>
                <a:spcPts val="0"/>
              </a:spcAft>
              <a:buSzPts val="1288"/>
              <a:buChar char="◼"/>
              <a:defRPr sz="1400">
                <a:solidFill>
                  <a:schemeClr val="dk2"/>
                </a:solidFill>
              </a:defRPr>
            </a:lvl5pPr>
            <a:lvl6pPr marL="2743200" lvl="5" indent="-310388" algn="l">
              <a:spcBef>
                <a:spcPts val="600"/>
              </a:spcBef>
              <a:spcAft>
                <a:spcPts val="0"/>
              </a:spcAft>
              <a:buSzPts val="1288"/>
              <a:buChar char="◼"/>
              <a:defRPr sz="1400">
                <a:solidFill>
                  <a:schemeClr val="dk2"/>
                </a:solidFill>
              </a:defRPr>
            </a:lvl6pPr>
            <a:lvl7pPr marL="3200400" lvl="6" indent="-310388" algn="l">
              <a:spcBef>
                <a:spcPts val="600"/>
              </a:spcBef>
              <a:spcAft>
                <a:spcPts val="0"/>
              </a:spcAft>
              <a:buSzPts val="1288"/>
              <a:buChar char="◼"/>
              <a:defRPr sz="1400">
                <a:solidFill>
                  <a:schemeClr val="dk2"/>
                </a:solidFill>
              </a:defRPr>
            </a:lvl7pPr>
            <a:lvl8pPr marL="3657600" lvl="7" indent="-310388" algn="l">
              <a:spcBef>
                <a:spcPts val="600"/>
              </a:spcBef>
              <a:spcAft>
                <a:spcPts val="0"/>
              </a:spcAft>
              <a:buSzPts val="1288"/>
              <a:buChar char="◼"/>
              <a:defRPr sz="1400">
                <a:solidFill>
                  <a:schemeClr val="dk2"/>
                </a:solidFill>
              </a:defRPr>
            </a:lvl8pPr>
            <a:lvl9pPr marL="4114800" lvl="8" indent="-310388" algn="l">
              <a:spcBef>
                <a:spcPts val="600"/>
              </a:spcBef>
              <a:spcAft>
                <a:spcPts val="600"/>
              </a:spcAft>
              <a:buSzPts val="1288"/>
              <a:buChar char="◼"/>
              <a:defRPr sz="1400">
                <a:solidFill>
                  <a:schemeClr val="dk2"/>
                </a:solidFill>
              </a:defRPr>
            </a:lvl9pPr>
          </a:lstStyle>
          <a:p>
            <a:endParaRPr/>
          </a:p>
        </p:txBody>
      </p:sp>
      <p:sp>
        <p:nvSpPr>
          <p:cNvPr id="71" name="Google Shape;71;p221"/>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spcBef>
                <a:spcPts val="220"/>
              </a:spcBef>
              <a:spcAft>
                <a:spcPts val="0"/>
              </a:spcAft>
              <a:buSzPts val="1012"/>
              <a:buNone/>
              <a:defRPr sz="1100">
                <a:solidFill>
                  <a:schemeClr val="lt1"/>
                </a:solidFill>
              </a:defRPr>
            </a:lvl1pPr>
            <a:lvl2pPr marL="914400" lvl="1" indent="-228600" algn="l">
              <a:spcBef>
                <a:spcPts val="600"/>
              </a:spcBef>
              <a:spcAft>
                <a:spcPts val="0"/>
              </a:spcAft>
              <a:buSzPts val="1012"/>
              <a:buNone/>
              <a:defRPr sz="11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72" name="Google Shape;72;p22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2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2D58AC"/>
                </a:solidFill>
                <a:latin typeface="Gill Sans"/>
                <a:ea typeface="Gill Sans"/>
                <a:cs typeface="Gill Sans"/>
                <a:sym typeface="Gill Sans"/>
              </a:defRPr>
            </a:lvl1pPr>
            <a:lvl2pPr marL="0" lvl="1" indent="0" algn="r">
              <a:spcBef>
                <a:spcPts val="0"/>
              </a:spcBef>
              <a:buNone/>
              <a:defRPr sz="900">
                <a:solidFill>
                  <a:srgbClr val="2D58AC"/>
                </a:solidFill>
                <a:latin typeface="Gill Sans"/>
                <a:ea typeface="Gill Sans"/>
                <a:cs typeface="Gill Sans"/>
                <a:sym typeface="Gill Sans"/>
              </a:defRPr>
            </a:lvl2pPr>
            <a:lvl3pPr marL="0" lvl="2" indent="0" algn="r">
              <a:spcBef>
                <a:spcPts val="0"/>
              </a:spcBef>
              <a:buNone/>
              <a:defRPr sz="900">
                <a:solidFill>
                  <a:srgbClr val="2D58AC"/>
                </a:solidFill>
                <a:latin typeface="Gill Sans"/>
                <a:ea typeface="Gill Sans"/>
                <a:cs typeface="Gill Sans"/>
                <a:sym typeface="Gill Sans"/>
              </a:defRPr>
            </a:lvl3pPr>
            <a:lvl4pPr marL="0" lvl="3" indent="0" algn="r">
              <a:spcBef>
                <a:spcPts val="0"/>
              </a:spcBef>
              <a:buNone/>
              <a:defRPr sz="900">
                <a:solidFill>
                  <a:srgbClr val="2D58AC"/>
                </a:solidFill>
                <a:latin typeface="Gill Sans"/>
                <a:ea typeface="Gill Sans"/>
                <a:cs typeface="Gill Sans"/>
                <a:sym typeface="Gill Sans"/>
              </a:defRPr>
            </a:lvl4pPr>
            <a:lvl5pPr marL="0" lvl="4" indent="0" algn="r">
              <a:spcBef>
                <a:spcPts val="0"/>
              </a:spcBef>
              <a:buNone/>
              <a:defRPr sz="900">
                <a:solidFill>
                  <a:srgbClr val="2D58AC"/>
                </a:solidFill>
                <a:latin typeface="Gill Sans"/>
                <a:ea typeface="Gill Sans"/>
                <a:cs typeface="Gill Sans"/>
                <a:sym typeface="Gill Sans"/>
              </a:defRPr>
            </a:lvl5pPr>
            <a:lvl6pPr marL="0" lvl="5" indent="0" algn="r">
              <a:spcBef>
                <a:spcPts val="0"/>
              </a:spcBef>
              <a:buNone/>
              <a:defRPr sz="900">
                <a:solidFill>
                  <a:srgbClr val="2D58AC"/>
                </a:solidFill>
                <a:latin typeface="Gill Sans"/>
                <a:ea typeface="Gill Sans"/>
                <a:cs typeface="Gill Sans"/>
                <a:sym typeface="Gill Sans"/>
              </a:defRPr>
            </a:lvl6pPr>
            <a:lvl7pPr marL="0" lvl="6" indent="0" algn="r">
              <a:spcBef>
                <a:spcPts val="0"/>
              </a:spcBef>
              <a:buNone/>
              <a:defRPr sz="900">
                <a:solidFill>
                  <a:srgbClr val="2D58AC"/>
                </a:solidFill>
                <a:latin typeface="Gill Sans"/>
                <a:ea typeface="Gill Sans"/>
                <a:cs typeface="Gill Sans"/>
                <a:sym typeface="Gill Sans"/>
              </a:defRPr>
            </a:lvl7pPr>
            <a:lvl8pPr marL="0" lvl="7" indent="0" algn="r">
              <a:spcBef>
                <a:spcPts val="0"/>
              </a:spcBef>
              <a:buNone/>
              <a:defRPr sz="900">
                <a:solidFill>
                  <a:srgbClr val="2D58AC"/>
                </a:solidFill>
                <a:latin typeface="Gill Sans"/>
                <a:ea typeface="Gill Sans"/>
                <a:cs typeface="Gill Sans"/>
                <a:sym typeface="Gill Sans"/>
              </a:defRPr>
            </a:lvl8pPr>
            <a:lvl9pPr marL="0" lvl="8" indent="0" algn="r">
              <a:spcBef>
                <a:spcPts val="0"/>
              </a:spcBef>
              <a:buNone/>
              <a:defRPr sz="900">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5"/>
        <p:cNvGrpSpPr/>
        <p:nvPr/>
      </p:nvGrpSpPr>
      <p:grpSpPr>
        <a:xfrm>
          <a:off x="0" y="0"/>
          <a:ext cx="0" cy="0"/>
          <a:chOff x="0" y="0"/>
          <a:chExt cx="0" cy="0"/>
        </a:xfrm>
      </p:grpSpPr>
      <p:sp>
        <p:nvSpPr>
          <p:cNvPr id="76" name="Google Shape;76;p222"/>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Gill Sans"/>
              <a:buNone/>
              <a:defRPr sz="2400" b="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22"/>
          <p:cNvSpPr>
            <a:spLocks noGrp="1"/>
          </p:cNvSpPr>
          <p:nvPr>
            <p:ph type="pic" idx="2"/>
          </p:nvPr>
        </p:nvSpPr>
        <p:spPr>
          <a:xfrm>
            <a:off x="447817" y="599725"/>
            <a:ext cx="11290859" cy="3557252"/>
          </a:xfrm>
          <a:prstGeom prst="rect">
            <a:avLst/>
          </a:prstGeom>
          <a:noFill/>
          <a:ln>
            <a:noFill/>
          </a:ln>
        </p:spPr>
      </p:sp>
      <p:sp>
        <p:nvSpPr>
          <p:cNvPr id="78" name="Google Shape;78;p222"/>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spcBef>
                <a:spcPts val="240"/>
              </a:spcBef>
              <a:spcAft>
                <a:spcPts val="0"/>
              </a:spcAft>
              <a:buSzPts val="1104"/>
              <a:buNone/>
              <a:defRPr sz="1200"/>
            </a:lvl1pPr>
            <a:lvl2pPr marL="914400" lvl="1" indent="-228600" algn="l">
              <a:spcBef>
                <a:spcPts val="600"/>
              </a:spcBef>
              <a:spcAft>
                <a:spcPts val="0"/>
              </a:spcAft>
              <a:buSzPts val="1104"/>
              <a:buNone/>
              <a:defRPr sz="12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79" name="Google Shape;79;p22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2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2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22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2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23"/>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22072" algn="l">
              <a:spcBef>
                <a:spcPts val="600"/>
              </a:spcBef>
              <a:spcAft>
                <a:spcPts val="0"/>
              </a:spcAft>
              <a:buSzPts val="1472"/>
              <a:buChar char="◼"/>
              <a:defRPr/>
            </a:lvl2pPr>
            <a:lvl3pPr marL="1371600" lvl="2" indent="-310388" algn="l">
              <a:spcBef>
                <a:spcPts val="600"/>
              </a:spcBef>
              <a:spcAft>
                <a:spcPts val="0"/>
              </a:spcAft>
              <a:buSzPts val="1288"/>
              <a:buChar char="◼"/>
              <a:defRPr/>
            </a:lvl3pPr>
            <a:lvl4pPr marL="1828800" lvl="3" indent="-298703" algn="l">
              <a:spcBef>
                <a:spcPts val="600"/>
              </a:spcBef>
              <a:spcAft>
                <a:spcPts val="0"/>
              </a:spcAft>
              <a:buSzPts val="1104"/>
              <a:buChar char="◼"/>
              <a:defRPr/>
            </a:lvl4pPr>
            <a:lvl5pPr marL="2286000" lvl="4" indent="-298704" algn="l">
              <a:spcBef>
                <a:spcPts val="600"/>
              </a:spcBef>
              <a:spcAft>
                <a:spcPts val="0"/>
              </a:spcAft>
              <a:buSzPts val="1104"/>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86" name="Google Shape;86;p22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2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2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224"/>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24"/>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24"/>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93" name="Google Shape;93;p224"/>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24"/>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24"/>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2D58AC"/>
                </a:solidFill>
                <a:latin typeface="Gill Sans"/>
                <a:ea typeface="Gill Sans"/>
                <a:cs typeface="Gill Sans"/>
                <a:sym typeface="Gill Sans"/>
              </a:defRPr>
            </a:lvl1pPr>
            <a:lvl2pPr marL="0" lvl="1" indent="0" algn="r">
              <a:spcBef>
                <a:spcPts val="0"/>
              </a:spcBef>
              <a:buNone/>
              <a:defRPr sz="900">
                <a:solidFill>
                  <a:srgbClr val="2D58AC"/>
                </a:solidFill>
                <a:latin typeface="Gill Sans"/>
                <a:ea typeface="Gill Sans"/>
                <a:cs typeface="Gill Sans"/>
                <a:sym typeface="Gill Sans"/>
              </a:defRPr>
            </a:lvl2pPr>
            <a:lvl3pPr marL="0" lvl="2" indent="0" algn="r">
              <a:spcBef>
                <a:spcPts val="0"/>
              </a:spcBef>
              <a:buNone/>
              <a:defRPr sz="900">
                <a:solidFill>
                  <a:srgbClr val="2D58AC"/>
                </a:solidFill>
                <a:latin typeface="Gill Sans"/>
                <a:ea typeface="Gill Sans"/>
                <a:cs typeface="Gill Sans"/>
                <a:sym typeface="Gill Sans"/>
              </a:defRPr>
            </a:lvl3pPr>
            <a:lvl4pPr marL="0" lvl="3" indent="0" algn="r">
              <a:spcBef>
                <a:spcPts val="0"/>
              </a:spcBef>
              <a:buNone/>
              <a:defRPr sz="900">
                <a:solidFill>
                  <a:srgbClr val="2D58AC"/>
                </a:solidFill>
                <a:latin typeface="Gill Sans"/>
                <a:ea typeface="Gill Sans"/>
                <a:cs typeface="Gill Sans"/>
                <a:sym typeface="Gill Sans"/>
              </a:defRPr>
            </a:lvl4pPr>
            <a:lvl5pPr marL="0" lvl="4" indent="0" algn="r">
              <a:spcBef>
                <a:spcPts val="0"/>
              </a:spcBef>
              <a:buNone/>
              <a:defRPr sz="900">
                <a:solidFill>
                  <a:srgbClr val="2D58AC"/>
                </a:solidFill>
                <a:latin typeface="Gill Sans"/>
                <a:ea typeface="Gill Sans"/>
                <a:cs typeface="Gill Sans"/>
                <a:sym typeface="Gill Sans"/>
              </a:defRPr>
            </a:lvl5pPr>
            <a:lvl6pPr marL="0" lvl="5" indent="0" algn="r">
              <a:spcBef>
                <a:spcPts val="0"/>
              </a:spcBef>
              <a:buNone/>
              <a:defRPr sz="900">
                <a:solidFill>
                  <a:srgbClr val="2D58AC"/>
                </a:solidFill>
                <a:latin typeface="Gill Sans"/>
                <a:ea typeface="Gill Sans"/>
                <a:cs typeface="Gill Sans"/>
                <a:sym typeface="Gill Sans"/>
              </a:defRPr>
            </a:lvl6pPr>
            <a:lvl7pPr marL="0" lvl="6" indent="0" algn="r">
              <a:spcBef>
                <a:spcPts val="0"/>
              </a:spcBef>
              <a:buNone/>
              <a:defRPr sz="900">
                <a:solidFill>
                  <a:srgbClr val="2D58AC"/>
                </a:solidFill>
                <a:latin typeface="Gill Sans"/>
                <a:ea typeface="Gill Sans"/>
                <a:cs typeface="Gill Sans"/>
                <a:sym typeface="Gill Sans"/>
              </a:defRPr>
            </a:lvl7pPr>
            <a:lvl8pPr marL="0" lvl="7" indent="0" algn="r">
              <a:spcBef>
                <a:spcPts val="0"/>
              </a:spcBef>
              <a:buNone/>
              <a:defRPr sz="900">
                <a:solidFill>
                  <a:srgbClr val="2D58AC"/>
                </a:solidFill>
                <a:latin typeface="Gill Sans"/>
                <a:ea typeface="Gill Sans"/>
                <a:cs typeface="Gill Sans"/>
                <a:sym typeface="Gill Sans"/>
              </a:defRPr>
            </a:lvl8pPr>
            <a:lvl9pPr marL="0" lvl="8" indent="0" algn="r">
              <a:spcBef>
                <a:spcPts val="0"/>
              </a:spcBef>
              <a:buNone/>
              <a:defRPr sz="900">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3"/>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1" name="Google Shape;11;p213"/>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21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chemeClr val="accent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21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accent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21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2"/>
                </a:solidFill>
                <a:latin typeface="Gill Sans"/>
                <a:ea typeface="Gill Sans"/>
                <a:cs typeface="Gill Sans"/>
                <a:sym typeface="Gill Sans"/>
              </a:defRPr>
            </a:lvl1pPr>
            <a:lvl2pPr marL="0" marR="0" lvl="1" indent="0" algn="r" rtl="0">
              <a:spcBef>
                <a:spcPts val="0"/>
              </a:spcBef>
              <a:buNone/>
              <a:defRPr sz="900" b="0" i="0" u="none" strike="noStrike" cap="none">
                <a:solidFill>
                  <a:schemeClr val="accent2"/>
                </a:solidFill>
                <a:latin typeface="Gill Sans"/>
                <a:ea typeface="Gill Sans"/>
                <a:cs typeface="Gill Sans"/>
                <a:sym typeface="Gill Sans"/>
              </a:defRPr>
            </a:lvl2pPr>
            <a:lvl3pPr marL="0" marR="0" lvl="2" indent="0" algn="r" rtl="0">
              <a:spcBef>
                <a:spcPts val="0"/>
              </a:spcBef>
              <a:buNone/>
              <a:defRPr sz="900" b="0" i="0" u="none" strike="noStrike" cap="none">
                <a:solidFill>
                  <a:schemeClr val="accent2"/>
                </a:solidFill>
                <a:latin typeface="Gill Sans"/>
                <a:ea typeface="Gill Sans"/>
                <a:cs typeface="Gill Sans"/>
                <a:sym typeface="Gill Sans"/>
              </a:defRPr>
            </a:lvl3pPr>
            <a:lvl4pPr marL="0" marR="0" lvl="3" indent="0" algn="r" rtl="0">
              <a:spcBef>
                <a:spcPts val="0"/>
              </a:spcBef>
              <a:buNone/>
              <a:defRPr sz="900" b="0" i="0" u="none" strike="noStrike" cap="none">
                <a:solidFill>
                  <a:schemeClr val="accent2"/>
                </a:solidFill>
                <a:latin typeface="Gill Sans"/>
                <a:ea typeface="Gill Sans"/>
                <a:cs typeface="Gill Sans"/>
                <a:sym typeface="Gill Sans"/>
              </a:defRPr>
            </a:lvl4pPr>
            <a:lvl5pPr marL="0" marR="0" lvl="4" indent="0" algn="r" rtl="0">
              <a:spcBef>
                <a:spcPts val="0"/>
              </a:spcBef>
              <a:buNone/>
              <a:defRPr sz="900" b="0" i="0" u="none" strike="noStrike" cap="none">
                <a:solidFill>
                  <a:schemeClr val="accent2"/>
                </a:solidFill>
                <a:latin typeface="Gill Sans"/>
                <a:ea typeface="Gill Sans"/>
                <a:cs typeface="Gill Sans"/>
                <a:sym typeface="Gill Sans"/>
              </a:defRPr>
            </a:lvl5pPr>
            <a:lvl6pPr marL="0" marR="0" lvl="5" indent="0" algn="r" rtl="0">
              <a:spcBef>
                <a:spcPts val="0"/>
              </a:spcBef>
              <a:buNone/>
              <a:defRPr sz="900" b="0" i="0" u="none" strike="noStrike" cap="none">
                <a:solidFill>
                  <a:schemeClr val="accent2"/>
                </a:solidFill>
                <a:latin typeface="Gill Sans"/>
                <a:ea typeface="Gill Sans"/>
                <a:cs typeface="Gill Sans"/>
                <a:sym typeface="Gill Sans"/>
              </a:defRPr>
            </a:lvl6pPr>
            <a:lvl7pPr marL="0" marR="0" lvl="6" indent="0" algn="r" rtl="0">
              <a:spcBef>
                <a:spcPts val="0"/>
              </a:spcBef>
              <a:buNone/>
              <a:defRPr sz="900" b="0" i="0" u="none" strike="noStrike" cap="none">
                <a:solidFill>
                  <a:schemeClr val="accent2"/>
                </a:solidFill>
                <a:latin typeface="Gill Sans"/>
                <a:ea typeface="Gill Sans"/>
                <a:cs typeface="Gill Sans"/>
                <a:sym typeface="Gill Sans"/>
              </a:defRPr>
            </a:lvl7pPr>
            <a:lvl8pPr marL="0" marR="0" lvl="7" indent="0" algn="r" rtl="0">
              <a:spcBef>
                <a:spcPts val="0"/>
              </a:spcBef>
              <a:buNone/>
              <a:defRPr sz="900" b="0" i="0" u="none" strike="noStrike" cap="none">
                <a:solidFill>
                  <a:schemeClr val="accent2"/>
                </a:solidFill>
                <a:latin typeface="Gill Sans"/>
                <a:ea typeface="Gill Sans"/>
                <a:cs typeface="Gill Sans"/>
                <a:sym typeface="Gill Sans"/>
              </a:defRPr>
            </a:lvl8pPr>
            <a:lvl9pPr marL="0" marR="0" lvl="8" indent="0" algn="r" rtl="0">
              <a:spcBef>
                <a:spcPts val="0"/>
              </a:spcBef>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21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1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1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5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6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6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6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6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517945" y="3608618"/>
            <a:ext cx="10993549" cy="678311"/>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3600"/>
              <a:buFont typeface="Gill Sans"/>
              <a:buNone/>
            </a:pPr>
            <a:r>
              <a:rPr lang="es-ES">
                <a:solidFill>
                  <a:schemeClr val="lt1"/>
                </a:solidFill>
              </a:rPr>
              <a:t>PROYECTO </a:t>
            </a:r>
            <a:r>
              <a:rPr lang="es-EC">
                <a:solidFill>
                  <a:schemeClr val="lt1"/>
                </a:solidFill>
              </a:rPr>
              <a:t>WS REST - TICKETPREMIUM</a:t>
            </a:r>
            <a:endParaRPr>
              <a:solidFill>
                <a:schemeClr val="lt1"/>
              </a:solidFill>
            </a:endParaRPr>
          </a:p>
        </p:txBody>
      </p:sp>
      <p:sp>
        <p:nvSpPr>
          <p:cNvPr id="101" name="Google Shape;101;p1"/>
          <p:cNvSpPr txBox="1">
            <a:spLocks noGrp="1"/>
          </p:cNvSpPr>
          <p:nvPr>
            <p:ph type="subTitle" idx="1"/>
          </p:nvPr>
        </p:nvSpPr>
        <p:spPr>
          <a:xfrm>
            <a:off x="599226" y="5149400"/>
            <a:ext cx="4734774" cy="123535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72"/>
              <a:buNone/>
            </a:pPr>
            <a:r>
              <a:rPr lang="es-ES" b="1" dirty="0">
                <a:solidFill>
                  <a:schemeClr val="lt1"/>
                </a:solidFill>
              </a:rPr>
              <a:t>INTEGRANTES: 	</a:t>
            </a:r>
          </a:p>
          <a:p>
            <a:pPr marL="1828800" lvl="4" indent="0" algn="l">
              <a:spcBef>
                <a:spcPts val="0"/>
              </a:spcBef>
            </a:pPr>
            <a:r>
              <a:rPr lang="es-ES" b="1" dirty="0">
                <a:solidFill>
                  <a:schemeClr val="lt1"/>
                </a:solidFill>
              </a:rPr>
              <a:t>ELKIN PABÓN</a:t>
            </a:r>
          </a:p>
          <a:p>
            <a:pPr marL="1828800" lvl="4" indent="0" algn="l">
              <a:spcBef>
                <a:spcPts val="0"/>
              </a:spcBef>
            </a:pPr>
            <a:r>
              <a:rPr lang="es-ES" b="1" dirty="0">
                <a:solidFill>
                  <a:schemeClr val="lt1"/>
                </a:solidFill>
              </a:rPr>
              <a:t>JOSUÉ MARÍN</a:t>
            </a:r>
          </a:p>
          <a:p>
            <a:pPr marL="1828800" lvl="4" indent="0" algn="l">
              <a:spcBef>
                <a:spcPts val="0"/>
              </a:spcBef>
            </a:pPr>
            <a:r>
              <a:rPr lang="es-ES" b="1" dirty="0">
                <a:solidFill>
                  <a:schemeClr val="lt1"/>
                </a:solidFill>
              </a:rPr>
              <a:t>MICAELA SALCEDO</a:t>
            </a:r>
          </a:p>
        </p:txBody>
      </p:sp>
      <p:pic>
        <p:nvPicPr>
          <p:cNvPr id="102" name="Google Shape;102;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103" name="Google Shape;103;p1"/>
          <p:cNvSpPr txBox="1"/>
          <p:nvPr/>
        </p:nvSpPr>
        <p:spPr>
          <a:xfrm>
            <a:off x="7874427" y="5149400"/>
            <a:ext cx="3718347" cy="1324648"/>
          </a:xfrm>
          <a:prstGeom prst="rect">
            <a:avLst/>
          </a:prstGeom>
          <a:noFill/>
          <a:ln>
            <a:noFill/>
          </a:ln>
        </p:spPr>
        <p:txBody>
          <a:bodyPr spcFirstLastPara="1" wrap="square" lIns="91425" tIns="45700" rIns="91425" bIns="45700" anchor="t" anchorCtr="0">
            <a:noAutofit/>
          </a:bodyPr>
          <a:lstStyle/>
          <a:p>
            <a:pPr marL="0" marR="0" lvl="0" indent="0" algn="l" rtl="0">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FECHA:	</a:t>
            </a:r>
            <a:r>
              <a:rPr lang="es-EC" sz="1600" dirty="0">
                <a:solidFill>
                  <a:schemeClr val="lt1"/>
                </a:solidFill>
                <a:latin typeface="Gill Sans"/>
                <a:ea typeface="Gill Sans"/>
                <a:cs typeface="Gill Sans"/>
                <a:sym typeface="Gill Sans"/>
              </a:rPr>
              <a:t>22/06/2026</a:t>
            </a:r>
            <a:endParaRPr dirty="0"/>
          </a:p>
          <a:p>
            <a:pPr marL="0" marR="0" lvl="0" indent="0" algn="l" rtl="0">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TUTOR:	</a:t>
            </a:r>
            <a:r>
              <a:rPr lang="es-ES" sz="1600" b="0" i="0" u="none" strike="noStrike" cap="none" dirty="0">
                <a:solidFill>
                  <a:schemeClr val="lt1"/>
                </a:solidFill>
                <a:latin typeface="Gill Sans"/>
                <a:ea typeface="Gill Sans"/>
                <a:cs typeface="Gill Sans"/>
                <a:sym typeface="Gill Sans"/>
              </a:rPr>
              <a:t>ING. MAURICIO CAMPAÑA</a:t>
            </a:r>
            <a:endParaRPr sz="1600" b="1" i="0" u="none" strike="noStrike" cap="none" dirty="0">
              <a:solidFill>
                <a:schemeClr val="lt1"/>
              </a:solidFill>
              <a:latin typeface="Gill Sans"/>
              <a:ea typeface="Gill Sans"/>
              <a:cs typeface="Gill Sans"/>
              <a:sym typeface="Gill Sans"/>
            </a:endParaRPr>
          </a:p>
        </p:txBody>
      </p:sp>
      <p:sp>
        <p:nvSpPr>
          <p:cNvPr id="104" name="Google Shape;104;p1"/>
          <p:cNvSpPr txBox="1">
            <a:spLocks noGrp="1"/>
          </p:cNvSpPr>
          <p:nvPr>
            <p:ph type="sldNum" idx="12"/>
          </p:nvPr>
        </p:nvSpPr>
        <p:spPr>
          <a:xfrm>
            <a:off x="11084554" y="6474048"/>
            <a:ext cx="101644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09" name="Google Shape;109;p2"/>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110" name="Google Shape;110;p2"/>
          <p:cNvSpPr/>
          <p:nvPr/>
        </p:nvSpPr>
        <p:spPr>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11" name="Google Shape;111;p2"/>
          <p:cNvSpPr txBox="1">
            <a:spLocks noGrp="1"/>
          </p:cNvSpPr>
          <p:nvPr>
            <p:ph type="body" idx="1"/>
          </p:nvPr>
        </p:nvSpPr>
        <p:spPr>
          <a:xfrm>
            <a:off x="442377" y="782691"/>
            <a:ext cx="3707476" cy="5275203"/>
          </a:xfrm>
          <a:prstGeom prst="rect">
            <a:avLst/>
          </a:prstGeom>
          <a:noFill/>
          <a:ln>
            <a:noFill/>
          </a:ln>
        </p:spPr>
        <p:txBody>
          <a:bodyPr spcFirstLastPara="1" wrap="square" lIns="91425" tIns="45700" rIns="91425" bIns="45700" anchor="ctr" anchorCtr="0">
            <a:noAutofit/>
          </a:bodyPr>
          <a:lstStyle/>
          <a:p>
            <a:pPr marL="306000" lvl="0" indent="-306000" algn="l" rtl="0">
              <a:lnSpc>
                <a:spcPct val="90000"/>
              </a:lnSpc>
              <a:spcBef>
                <a:spcPts val="0"/>
              </a:spcBef>
              <a:spcAft>
                <a:spcPts val="0"/>
              </a:spcAft>
              <a:buSzPts val="1104"/>
              <a:buChar char="◼"/>
            </a:pPr>
            <a:r>
              <a:rPr lang="es-ES" sz="650">
                <a:solidFill>
                  <a:schemeClr val="lt1"/>
                </a:solidFill>
              </a:rPr>
              <a:t>1	INTRODUCCIÓN </a:t>
            </a:r>
            <a:endParaRPr lang="es-ES" sz="650"/>
          </a:p>
          <a:p>
            <a:pPr marL="630000" lvl="1" indent="-306000" algn="l" rtl="0">
              <a:lnSpc>
                <a:spcPct val="90000"/>
              </a:lnSpc>
              <a:spcBef>
                <a:spcPts val="800"/>
              </a:spcBef>
              <a:spcAft>
                <a:spcPts val="0"/>
              </a:spcAft>
              <a:buSzPts val="920"/>
              <a:buChar char="◼"/>
            </a:pPr>
            <a:r>
              <a:rPr lang="es-ES" sz="650">
                <a:solidFill>
                  <a:schemeClr val="lt1"/>
                </a:solidFill>
              </a:rPr>
              <a:t>OBJETIVO GENERAL</a:t>
            </a:r>
          </a:p>
          <a:p>
            <a:pPr marL="630000" lvl="1" indent="-306000" algn="l" rtl="0">
              <a:lnSpc>
                <a:spcPct val="90000"/>
              </a:lnSpc>
              <a:spcBef>
                <a:spcPts val="800"/>
              </a:spcBef>
              <a:spcAft>
                <a:spcPts val="0"/>
              </a:spcAft>
              <a:buSzPts val="920"/>
              <a:buChar char="◼"/>
            </a:pPr>
            <a:r>
              <a:rPr lang="es-ES" sz="650">
                <a:solidFill>
                  <a:schemeClr val="lt1"/>
                </a:solidFill>
              </a:rPr>
              <a:t>OBJETIVOS ESPECIFICOS.	</a:t>
            </a:r>
          </a:p>
          <a:p>
            <a:pPr marL="630000" lvl="1" indent="-306000" algn="l"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algn="l"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algn="l"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RETORNA LOS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RETORNA LOS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RETORNA EL DISPONIBILIDAD DE LOCALIDADES PARA UNA PERSONA EN BASE A SU CÉDULA.</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OTORGA EL CRÉDITO Y CREA LA REPORTE DE VENTAS EN BASE A LOS SIGUIENTES PARÁMETROS: CÉDULA, PRECIO DEL BOLETO, NÚMERO DE CUOTAS.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OTORGA EL CRÉDITO Y CREA LA REPORTE DE VENTAS EN BASE A LOS SIGUIENTES PARÁMETROS: CÉDULA, PRECIO DEL BOLETO, NÚMERO DE CUOTAS</a:t>
            </a:r>
          </a:p>
          <a:p>
            <a:pPr marL="630000" lvl="1" indent="-306000" algn="l" rtl="0">
              <a:lnSpc>
                <a:spcPct val="90000"/>
              </a:lnSpc>
              <a:spcBef>
                <a:spcPts val="800"/>
              </a:spcBef>
              <a:spcAft>
                <a:spcPts val="0"/>
              </a:spcAft>
              <a:buSzPts val="920"/>
              <a:buChar char="◼"/>
            </a:pPr>
            <a:r>
              <a:rPr lang="es-ES" sz="650">
                <a:solidFill>
                  <a:schemeClr val="bg1"/>
                </a:solidFill>
              </a:rPr>
              <a:t>IMPLEMENTACIÓN DE FUNCIONALIDAD PARA DAR MANTENIMIENTO A LOS CATÁLOGOS DE BOLETOS QUE SE ENCUENTRAN A LA VENTA.</a:t>
            </a:r>
          </a:p>
          <a:p>
            <a:pPr marL="630000" lvl="1" indent="-306000" algn="l" rtl="0">
              <a:lnSpc>
                <a:spcPct val="90000"/>
              </a:lnSpc>
              <a:spcBef>
                <a:spcPts val="800"/>
              </a:spcBef>
              <a:spcAft>
                <a:spcPts val="0"/>
              </a:spcAft>
              <a:buSzPts val="920"/>
              <a:buChar char="◼"/>
            </a:pPr>
            <a:r>
              <a:rPr lang="es-ES" sz="650">
                <a:solidFill>
                  <a:schemeClr val="bg1"/>
                </a:solidFill>
              </a:rPr>
              <a:t>IMPLEMENTACIÓN DE LA FUNCIONALIDAD DE FACTURACIÓN DE LA COMERCIALIZADORA DE BOLETOS. ESTA FUNCIONALIDAD CONTEMPLA: VENTA CON PAGO EN EFECTIVO Y VENTA CON CRÉDITO DIRECTO.</a:t>
            </a:r>
          </a:p>
          <a:p>
            <a:pPr marL="630000" lvl="1" indent="-306000" algn="l" rtl="0">
              <a:lnSpc>
                <a:spcPct val="90000"/>
              </a:lnSpc>
              <a:spcBef>
                <a:spcPts val="800"/>
              </a:spcBef>
              <a:spcAft>
                <a:spcPts val="0"/>
              </a:spcAft>
              <a:buSzPts val="920"/>
              <a:buChar char="◼"/>
            </a:pPr>
            <a:r>
              <a:rPr lang="es-ES" sz="650">
                <a:solidFill>
                  <a:schemeClr val="bg1"/>
                </a:solidFill>
              </a:rPr>
              <a:t>IMPLEMENTACIÓN DE SERVICIO SOA QUE RETORNA LA REPORTE DE VENTAS PARA UN CRÉDITO OTORGADO.</a:t>
            </a:r>
          </a:p>
          <a:p>
            <a:pPr marL="630000" lvl="1" indent="-306000" algn="l" rtl="0">
              <a:lnSpc>
                <a:spcPct val="90000"/>
              </a:lnSpc>
              <a:spcBef>
                <a:spcPts val="800"/>
              </a:spcBef>
              <a:spcAft>
                <a:spcPts val="0"/>
              </a:spcAft>
              <a:buSzPts val="920"/>
              <a:buChar char="◼"/>
            </a:pPr>
            <a:r>
              <a:rPr lang="es-ES" sz="650">
                <a:solidFill>
                  <a:schemeClr val="bg1"/>
                </a:solidFill>
              </a:rPr>
              <a:t>IMPLEMENTACIÓN DE SERVICIO SOA QUE RETORNA LA REPORTE DE VENTAS PARA UN CRÉDITO OTORGADO.</a:t>
            </a:r>
          </a:p>
          <a:p>
            <a:pPr marL="630000" lvl="1" indent="-306000" algn="l" rtl="0">
              <a:lnSpc>
                <a:spcPct val="90000"/>
              </a:lnSpc>
              <a:spcBef>
                <a:spcPts val="800"/>
              </a:spcBef>
              <a:spcAft>
                <a:spcPts val="0"/>
              </a:spcAft>
              <a:buSzPts val="920"/>
              <a:buChar char="◼"/>
            </a:pPr>
            <a:r>
              <a:rPr lang="es-ES" sz="650">
                <a:solidFill>
                  <a:schemeClr val="bg1"/>
                </a:solidFill>
              </a:rPr>
              <a:t>IMPLEMENTACIÓN DE SERVICIO SOA QUE RETORNA LA REPORTE DE VENTAS PARA UN CRÉDITO OTORGADO.</a:t>
            </a:r>
          </a:p>
          <a:p>
            <a:pPr marL="630000" lvl="1" indent="-306000" algn="l" rtl="0">
              <a:lnSpc>
                <a:spcPct val="90000"/>
              </a:lnSpc>
              <a:spcBef>
                <a:spcPts val="800"/>
              </a:spcBef>
              <a:spcAft>
                <a:spcPts val="0"/>
              </a:spcAft>
              <a:buSzPts val="920"/>
              <a:buChar char="◼"/>
            </a:pPr>
            <a:r>
              <a:rPr lang="es-ES" sz="650">
                <a:solidFill>
                  <a:schemeClr val="bg1"/>
                </a:solidFill>
              </a:rPr>
              <a:t>CONSULTA DE REPORTE DE VENTAS DE UN PRÉSTAMO DE UN CLIENTE DESDE LA APLICACIÓN DE LA COMERCIALIZADORA DE BOLETOS </a:t>
            </a:r>
          </a:p>
          <a:p>
            <a:pPr marL="630000" lvl="1" indent="-306000" algn="l" rtl="0">
              <a:lnSpc>
                <a:spcPct val="90000"/>
              </a:lnSpc>
              <a:spcBef>
                <a:spcPts val="800"/>
              </a:spcBef>
              <a:spcAft>
                <a:spcPts val="0"/>
              </a:spcAft>
              <a:buSzPts val="920"/>
              <a:buChar char="◼"/>
            </a:pPr>
            <a:r>
              <a:rPr lang="es-ES" sz="650">
                <a:solidFill>
                  <a:schemeClr val="lt1"/>
                </a:solidFill>
              </a:rPr>
              <a:t>CONCLUSIONES</a:t>
            </a:r>
          </a:p>
          <a:p>
            <a:pPr marL="630000" lvl="1" indent="-306000" algn="l" rtl="0">
              <a:lnSpc>
                <a:spcPct val="90000"/>
              </a:lnSpc>
              <a:spcBef>
                <a:spcPts val="800"/>
              </a:spcBef>
              <a:spcAft>
                <a:spcPts val="0"/>
              </a:spcAft>
              <a:buSzPts val="920"/>
              <a:buChar char="◼"/>
            </a:pPr>
            <a:r>
              <a:rPr lang="es-ES" sz="650">
                <a:solidFill>
                  <a:schemeClr val="lt1"/>
                </a:solidFill>
              </a:rPr>
              <a:t>RECOMENDACIONES</a:t>
            </a:r>
          </a:p>
        </p:txBody>
      </p:sp>
      <p:pic>
        <p:nvPicPr>
          <p:cNvPr id="112" name="Google Shape;112;p2" descr="Resultado de imagen para AGENDA PNG"/>
          <p:cNvPicPr preferRelativeResize="0"/>
          <p:nvPr/>
        </p:nvPicPr>
        <p:blipFill rotWithShape="1">
          <a:blip r:embed="rId3">
            <a:alphaModFix/>
          </a:blip>
          <a:srcRect/>
          <a:stretch/>
        </p:blipFill>
        <p:spPr>
          <a:xfrm>
            <a:off x="4791522" y="1935576"/>
            <a:ext cx="6489819" cy="3007477"/>
          </a:xfrm>
          <a:prstGeom prst="rect">
            <a:avLst/>
          </a:prstGeom>
          <a:noFill/>
          <a:ln>
            <a:noFill/>
          </a:ln>
        </p:spPr>
      </p:pic>
      <p:sp>
        <p:nvSpPr>
          <p:cNvPr id="113" name="Google Shape;113;p2"/>
          <p:cNvSpPr txBox="1">
            <a:spLocks noGrp="1"/>
          </p:cNvSpPr>
          <p:nvPr>
            <p:ph type="sldNum" idx="12"/>
          </p:nvPr>
        </p:nvSpPr>
        <p:spPr>
          <a:xfrm>
            <a:off x="11024831" y="6404007"/>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INTRODUCCIÓN</a:t>
            </a:r>
            <a:endParaRPr/>
          </a:p>
        </p:txBody>
      </p:sp>
      <p:sp>
        <p:nvSpPr>
          <p:cNvPr id="120" name="Google Shape;120;p3"/>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a:t>
            </a:fld>
            <a:endParaRPr/>
          </a:p>
        </p:txBody>
      </p:sp>
      <p:sp>
        <p:nvSpPr>
          <p:cNvPr id="121" name="Google Shape;121;p3"/>
          <p:cNvSpPr txBox="1"/>
          <p:nvPr/>
        </p:nvSpPr>
        <p:spPr>
          <a:xfrm>
            <a:off x="1184955" y="2355603"/>
            <a:ext cx="7701869" cy="3914877"/>
          </a:xfrm>
          <a:prstGeom prst="rect">
            <a:avLst/>
          </a:prstGeom>
          <a:noFill/>
          <a:ln>
            <a:noFill/>
          </a:ln>
        </p:spPr>
        <p:txBody>
          <a:bodyPr spcFirstLastPara="1" wrap="square" lIns="91425" tIns="45700" rIns="91425" bIns="45700" anchor="t" anchorCtr="0">
            <a:spAutoFit/>
          </a:bodyPr>
          <a:lstStyle/>
          <a:p>
            <a:pPr marL="0" marR="0" lvl="0" indent="0" algn="just" rtl="0">
              <a:lnSpc>
                <a:spcPct val="114999"/>
              </a:lnSpc>
              <a:spcBef>
                <a:spcPts val="0"/>
              </a:spcBef>
              <a:spcAft>
                <a:spcPts val="0"/>
              </a:spcAft>
              <a:buClr>
                <a:srgbClr val="000000"/>
              </a:buClr>
              <a:buFont typeface="Arial"/>
              <a:buNone/>
            </a:pPr>
            <a:r>
              <a:rPr lang="es-MX" sz="1800">
                <a:solidFill>
                  <a:srgbClr val="548DD4"/>
                </a:solidFill>
                <a:latin typeface="Calibri"/>
                <a:ea typeface="Calibri"/>
                <a:cs typeface="Calibri"/>
                <a:sym typeface="Calibri"/>
              </a:rPr>
              <a:t>El presente documento constituye la documentación técnica completa del proyecto 'TicketPremium', un sistema de venta de boletos para el Mundial FIFA 2026 desarrollado como parte de la asignatura de Arquitectura de Software por el Grupo 6 (GR06) de la Universidad de las Fuerzas Armadas ESPE.</a:t>
            </a:r>
          </a:p>
          <a:p>
            <a:pPr marL="0" marR="0" lvl="0" indent="0" algn="just" rtl="0">
              <a:lnSpc>
                <a:spcPct val="114999"/>
              </a:lnSpc>
              <a:spcBef>
                <a:spcPts val="0"/>
              </a:spcBef>
              <a:spcAft>
                <a:spcPts val="0"/>
              </a:spcAft>
              <a:buClr>
                <a:srgbClr val="000000"/>
              </a:buClr>
              <a:buFont typeface="Arial"/>
              <a:buNone/>
            </a:pPr>
            <a:r>
              <a:rPr lang="es-MX" sz="1800">
                <a:solidFill>
                  <a:srgbClr val="548DD4"/>
                </a:solidFill>
                <a:latin typeface="Calibri"/>
                <a:ea typeface="Calibri"/>
                <a:cs typeface="Calibri"/>
                <a:sym typeface="Calibri"/>
              </a:rPr>
              <a:t>TicketPremium implementa una arquitectura cliente-servidor basada en el protocolo SOAP (Simple Object Access Protocol), donde un servidor central expone servicios web que son consumidos por cuatro tipos de clientes: consola (línea de comandos), escritorio (Swing), web (Jakarta EE) y móvil (Android). Cada cliente ha sido desarrollado con tecnologías especificas según la plataforma objetivo, manteniendo una funcionalidad común: inicio de sesión, visualización de partidos, selección de asientos, carrito de compras, checkout al contado o crédito, historial de facturas y administración de partidos/localidades.</a:t>
            </a:r>
            <a:endParaRPr lang="es-MX" sz="1800" dirty="0">
              <a:solidFill>
                <a:srgbClr val="548DD4"/>
              </a:solidFill>
              <a:latin typeface="Calibri"/>
              <a:ea typeface="Calibri"/>
              <a:cs typeface="Calibri"/>
              <a:sym typeface="Calibri"/>
            </a:endParaRPr>
          </a:p>
        </p:txBody>
      </p:sp>
      <p:sp>
        <p:nvSpPr>
          <p:cNvPr id="2" name="Google Shape;2065;p212">
            <a:extLst>
              <a:ext uri="{FF2B5EF4-FFF2-40B4-BE49-F238E27FC236}">
                <a16:creationId xmlns:a16="http://schemas.microsoft.com/office/drawing/2014/main" id="{B111E701-A952-3BEF-8222-E047847E2081}"/>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rgbClr val="FFFF00"/>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1f1d002987d_0_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OBJETIVO GENERAL</a:t>
            </a:r>
            <a:endParaRPr/>
          </a:p>
        </p:txBody>
      </p:sp>
      <p:sp>
        <p:nvSpPr>
          <p:cNvPr id="128" name="Google Shape;128;g1f1d002987d_0_9"/>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a:t>
            </a:fld>
            <a:endParaRPr/>
          </a:p>
        </p:txBody>
      </p:sp>
      <p:sp>
        <p:nvSpPr>
          <p:cNvPr id="129" name="Google Shape;129;g1f1d002987d_0_9"/>
          <p:cNvSpPr txBox="1"/>
          <p:nvPr/>
        </p:nvSpPr>
        <p:spPr>
          <a:xfrm>
            <a:off x="884919" y="2418012"/>
            <a:ext cx="7328700" cy="1366488"/>
          </a:xfrm>
          <a:prstGeom prst="rect">
            <a:avLst/>
          </a:prstGeom>
          <a:noFill/>
          <a:ln>
            <a:noFill/>
          </a:ln>
        </p:spPr>
        <p:txBody>
          <a:bodyPr spcFirstLastPara="1" wrap="square" lIns="91425" tIns="45700" rIns="91425" bIns="45700" anchor="t" anchorCtr="0">
            <a:spAutoFit/>
          </a:bodyPr>
          <a:lstStyle/>
          <a:p>
            <a:pPr marL="0" marR="0" lvl="0" indent="0" algn="just" rtl="0">
              <a:lnSpc>
                <a:spcPct val="114999"/>
              </a:lnSpc>
              <a:spcBef>
                <a:spcPts val="0"/>
              </a:spcBef>
              <a:spcAft>
                <a:spcPts val="0"/>
              </a:spcAft>
              <a:buNone/>
            </a:pPr>
            <a:r>
              <a:rPr lang="es-MX" sz="1800" dirty="0">
                <a:solidFill>
                  <a:srgbClr val="548DD4"/>
                </a:solidFill>
                <a:latin typeface="Calibri"/>
                <a:ea typeface="Calibri"/>
                <a:cs typeface="Calibri"/>
                <a:sym typeface="Calibri"/>
              </a:rPr>
              <a:t>Desarrollar un sistema integrado que permita la verificación de disponibilidad de boletos de los clientes del Banco </a:t>
            </a:r>
            <a:r>
              <a:rPr lang="es-MX" sz="1800" dirty="0" err="1">
                <a:solidFill>
                  <a:srgbClr val="548DD4"/>
                </a:solidFill>
                <a:latin typeface="Calibri"/>
                <a:ea typeface="Calibri"/>
                <a:cs typeface="Calibri"/>
                <a:sym typeface="Calibri"/>
              </a:rPr>
              <a:t>TicketPremium</a:t>
            </a:r>
            <a:r>
              <a:rPr lang="es-MX" sz="1800" dirty="0">
                <a:solidFill>
                  <a:srgbClr val="548DD4"/>
                </a:solidFill>
                <a:latin typeface="Calibri"/>
                <a:ea typeface="Calibri"/>
                <a:cs typeface="Calibri"/>
                <a:sym typeface="Calibri"/>
              </a:rPr>
              <a:t> y la facturación de las ventas de boletos deportivos de la comercializadora, garantizando un proceso eficiente y transparente para ambas partes.</a:t>
            </a:r>
            <a:endParaRPr lang="es-MX" sz="1800" dirty="0">
              <a:solidFill>
                <a:schemeClr val="dk1"/>
              </a:solidFill>
              <a:latin typeface="Gill Sans"/>
              <a:ea typeface="Gill Sans"/>
              <a:cs typeface="Gill Sans"/>
              <a:sym typeface="Gill Sans"/>
            </a:endParaRPr>
          </a:p>
        </p:txBody>
      </p:sp>
      <p:sp>
        <p:nvSpPr>
          <p:cNvPr id="2" name="Google Shape;2065;p212">
            <a:extLst>
              <a:ext uri="{FF2B5EF4-FFF2-40B4-BE49-F238E27FC236}">
                <a16:creationId xmlns:a16="http://schemas.microsoft.com/office/drawing/2014/main" id="{994E61FF-0066-FDD7-A44B-45B34C1E1B1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rgbClr val="FFFF00"/>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1f1d002987d_0_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OBJETIVOS ESPECÍFICOS</a:t>
            </a:r>
            <a:endParaRPr/>
          </a:p>
        </p:txBody>
      </p:sp>
      <p:sp>
        <p:nvSpPr>
          <p:cNvPr id="136" name="Google Shape;136;g1f1d002987d_0_2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a:t>
            </a:fld>
            <a:endParaRPr/>
          </a:p>
        </p:txBody>
      </p:sp>
      <p:sp>
        <p:nvSpPr>
          <p:cNvPr id="137" name="Google Shape;137;g1f1d002987d_0_20"/>
          <p:cNvSpPr txBox="1"/>
          <p:nvPr/>
        </p:nvSpPr>
        <p:spPr>
          <a:xfrm>
            <a:off x="315174" y="2355600"/>
            <a:ext cx="8198400" cy="3277780"/>
          </a:xfrm>
          <a:prstGeom prst="rect">
            <a:avLst/>
          </a:prstGeom>
          <a:noFill/>
          <a:ln>
            <a:noFill/>
          </a:ln>
        </p:spPr>
        <p:txBody>
          <a:bodyPr spcFirstLastPara="1" wrap="square" lIns="91425" tIns="45700" rIns="91425" bIns="45700" anchor="t" anchorCtr="0">
            <a:spAutoFit/>
          </a:bodyPr>
          <a:lstStyle/>
          <a:p>
            <a:pPr marL="457200" lvl="0" indent="-342900" algn="just" rtl="0">
              <a:lnSpc>
                <a:spcPct val="114999"/>
              </a:lnSpc>
              <a:spcBef>
                <a:spcPts val="0"/>
              </a:spcBef>
              <a:spcAft>
                <a:spcPts val="0"/>
              </a:spcAft>
              <a:buClr>
                <a:srgbClr val="548DD4"/>
              </a:buClr>
              <a:buSzPts val="1800"/>
              <a:buFont typeface="Calibri"/>
              <a:buChar char="●"/>
            </a:pPr>
            <a:r>
              <a:rPr lang="es-MX" sz="1800" dirty="0">
                <a:solidFill>
                  <a:srgbClr val="548DD4"/>
                </a:solidFill>
                <a:latin typeface="Calibri"/>
                <a:ea typeface="Calibri"/>
                <a:cs typeface="Calibri"/>
                <a:sym typeface="Calibri"/>
              </a:rPr>
              <a:t>Diseñar la arquitectura del sistema basada en servicios web SOAP que permita la interoperabilidad entre </a:t>
            </a:r>
            <a:r>
              <a:rPr lang="es-MX" sz="1800" dirty="0" err="1">
                <a:solidFill>
                  <a:srgbClr val="548DD4"/>
                </a:solidFill>
                <a:latin typeface="Calibri"/>
                <a:ea typeface="Calibri"/>
                <a:cs typeface="Calibri"/>
                <a:sym typeface="Calibri"/>
              </a:rPr>
              <a:t>TicketPremium</a:t>
            </a:r>
            <a:r>
              <a:rPr lang="es-MX" sz="1800" dirty="0">
                <a:solidFill>
                  <a:srgbClr val="548DD4"/>
                </a:solidFill>
                <a:latin typeface="Calibri"/>
                <a:ea typeface="Calibri"/>
                <a:cs typeface="Calibri"/>
                <a:sym typeface="Calibri"/>
              </a:rPr>
              <a:t> y el sistema de la Federación de Fútbol para la consulta y actualización de información de partidos y localidades.</a:t>
            </a:r>
          </a:p>
          <a:p>
            <a:pPr marL="457200" lvl="0" indent="-342900" algn="just" rtl="0">
              <a:lnSpc>
                <a:spcPct val="114999"/>
              </a:lnSpc>
              <a:spcBef>
                <a:spcPts val="0"/>
              </a:spcBef>
              <a:spcAft>
                <a:spcPts val="0"/>
              </a:spcAft>
              <a:buClr>
                <a:srgbClr val="548DD4"/>
              </a:buClr>
              <a:buSzPts val="1800"/>
              <a:buFont typeface="Calibri"/>
              <a:buChar char="●"/>
            </a:pPr>
            <a:r>
              <a:rPr lang="es-MX" sz="1800" dirty="0">
                <a:solidFill>
                  <a:srgbClr val="548DD4"/>
                </a:solidFill>
                <a:latin typeface="Calibri"/>
                <a:ea typeface="Calibri"/>
                <a:cs typeface="Calibri"/>
                <a:sym typeface="Calibri"/>
              </a:rPr>
              <a:t>Desarrollar los clientes de consola, escritorio, web y móvil aplicando el patrón de diseño Modelo-Vista-Controlador (MVC), garantizando una adecuada separación de responsabilidades y facilitando el mantenimiento del software.</a:t>
            </a:r>
          </a:p>
          <a:p>
            <a:pPr marL="457200" lvl="0" indent="-342900" algn="just" rtl="0">
              <a:lnSpc>
                <a:spcPct val="114999"/>
              </a:lnSpc>
              <a:spcBef>
                <a:spcPts val="0"/>
              </a:spcBef>
              <a:spcAft>
                <a:spcPts val="0"/>
              </a:spcAft>
              <a:buClr>
                <a:srgbClr val="548DD4"/>
              </a:buClr>
              <a:buSzPts val="1800"/>
              <a:buFont typeface="Calibri"/>
              <a:buChar char="●"/>
            </a:pPr>
            <a:r>
              <a:rPr lang="es-MX" sz="1800" dirty="0">
                <a:solidFill>
                  <a:srgbClr val="548DD4"/>
                </a:solidFill>
                <a:latin typeface="Calibri"/>
                <a:ea typeface="Calibri"/>
                <a:cs typeface="Calibri"/>
                <a:sym typeface="Calibri"/>
              </a:rPr>
              <a:t>Implementar funcionalidades de consulta, reserva y compra de boletos que aseguren la disponibilidad de localidades y eviten situaciones de </a:t>
            </a:r>
            <a:r>
              <a:rPr lang="es-MX" sz="1800" dirty="0" err="1">
                <a:solidFill>
                  <a:srgbClr val="548DD4"/>
                </a:solidFill>
                <a:latin typeface="Calibri"/>
                <a:ea typeface="Calibri"/>
                <a:cs typeface="Calibri"/>
                <a:sym typeface="Calibri"/>
              </a:rPr>
              <a:t>sobregventa</a:t>
            </a:r>
            <a:r>
              <a:rPr lang="es-MX" sz="1800" dirty="0">
                <a:solidFill>
                  <a:srgbClr val="548DD4"/>
                </a:solidFill>
                <a:latin typeface="Calibri"/>
                <a:ea typeface="Calibri"/>
                <a:cs typeface="Calibri"/>
                <a:sym typeface="Calibri"/>
              </a:rPr>
              <a:t> durante el proceso de adquisición.</a:t>
            </a:r>
          </a:p>
          <a:p>
            <a:pPr marL="457200" lvl="0" indent="0" algn="just" rtl="0">
              <a:lnSpc>
                <a:spcPct val="114999"/>
              </a:lnSpc>
              <a:spcBef>
                <a:spcPts val="0"/>
              </a:spcBef>
              <a:spcAft>
                <a:spcPts val="0"/>
              </a:spcAft>
              <a:buNone/>
            </a:pPr>
            <a:endParaRPr sz="1800" dirty="0">
              <a:solidFill>
                <a:srgbClr val="548DD4"/>
              </a:solidFill>
              <a:latin typeface="Calibri"/>
              <a:ea typeface="Calibri"/>
              <a:cs typeface="Calibri"/>
              <a:sym typeface="Calibri"/>
            </a:endParaRPr>
          </a:p>
        </p:txBody>
      </p:sp>
      <p:sp>
        <p:nvSpPr>
          <p:cNvPr id="2" name="Google Shape;2065;p212">
            <a:extLst>
              <a:ext uri="{FF2B5EF4-FFF2-40B4-BE49-F238E27FC236}">
                <a16:creationId xmlns:a16="http://schemas.microsoft.com/office/drawing/2014/main" id="{E0490EA6-C47C-B246-4144-EE93CE06D241}"/>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rgbClr val="FFFF00"/>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b="1"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1f1d002987d_0_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Sistema </a:t>
            </a:r>
            <a:r>
              <a:rPr lang="es-ES" err="1"/>
              <a:t>TicketPremium</a:t>
            </a:r>
            <a:r>
              <a:rPr lang="es-ES"/>
              <a:t> Módulo de Crédito</a:t>
            </a:r>
            <a:endParaRPr/>
          </a:p>
        </p:txBody>
      </p:sp>
      <p:sp>
        <p:nvSpPr>
          <p:cNvPr id="136" name="Google Shape;136;g1f1d002987d_0_2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a:t>
            </a:fld>
            <a:endParaRPr/>
          </a:p>
        </p:txBody>
      </p:sp>
      <p:sp>
        <p:nvSpPr>
          <p:cNvPr id="137" name="Google Shape;137;g1f1d002987d_0_20"/>
          <p:cNvSpPr txBox="1"/>
          <p:nvPr/>
        </p:nvSpPr>
        <p:spPr>
          <a:xfrm>
            <a:off x="315174" y="2355600"/>
            <a:ext cx="8198400" cy="2959231"/>
          </a:xfrm>
          <a:prstGeom prst="rect">
            <a:avLst/>
          </a:prstGeom>
          <a:noFill/>
          <a:ln>
            <a:noFill/>
          </a:ln>
        </p:spPr>
        <p:txBody>
          <a:bodyPr spcFirstLastPara="1" wrap="square" lIns="91425" tIns="45700" rIns="91425" bIns="45700" anchor="t" anchorCtr="0">
            <a:spAutoFit/>
          </a:bodyPr>
          <a:lstStyle/>
          <a:p>
            <a:pPr marL="457200" lvl="0" indent="-342900" algn="just" rtl="0">
              <a:lnSpc>
                <a:spcPct val="114999"/>
              </a:lnSpc>
              <a:spcBef>
                <a:spcPts val="0"/>
              </a:spcBef>
              <a:spcAft>
                <a:spcPts val="0"/>
              </a:spcAft>
              <a:buClr>
                <a:srgbClr val="548DD4"/>
              </a:buClr>
              <a:buSzPts val="1800"/>
              <a:buFont typeface="Calibri"/>
              <a:buChar char="●"/>
            </a:pPr>
            <a:r>
              <a:rPr lang="es-MX" sz="1800" dirty="0">
                <a:solidFill>
                  <a:srgbClr val="548DD4"/>
                </a:solidFill>
                <a:latin typeface="Calibri"/>
                <a:ea typeface="Calibri"/>
                <a:cs typeface="Calibri"/>
                <a:sym typeface="Calibri"/>
              </a:rPr>
              <a:t>Desarrollar un módulo de facturación que permita calcular impuestos, registrar transacciones y generar comprobantes electrónicos en formato PDF para los usuarios.</a:t>
            </a:r>
          </a:p>
          <a:p>
            <a:pPr marL="457200" lvl="0" indent="-342900" algn="just" rtl="0">
              <a:lnSpc>
                <a:spcPct val="114999"/>
              </a:lnSpc>
              <a:spcBef>
                <a:spcPts val="0"/>
              </a:spcBef>
              <a:spcAft>
                <a:spcPts val="0"/>
              </a:spcAft>
              <a:buClr>
                <a:srgbClr val="548DD4"/>
              </a:buClr>
              <a:buSzPts val="1800"/>
              <a:buFont typeface="Calibri"/>
              <a:buChar char="●"/>
            </a:pPr>
            <a:r>
              <a:rPr lang="es-MX" sz="1800" dirty="0">
                <a:solidFill>
                  <a:srgbClr val="548DD4"/>
                </a:solidFill>
                <a:latin typeface="Calibri"/>
                <a:ea typeface="Calibri"/>
                <a:cs typeface="Calibri"/>
                <a:sym typeface="Calibri"/>
              </a:rPr>
              <a:t>Incorporar un mecanismo de financiamiento mediante crédito con amortización bajo el sistema francés, permitiendo calcular cuotas, intereses y cronogramas de pago para la adquisición de boletos.</a:t>
            </a:r>
          </a:p>
          <a:p>
            <a:pPr marL="457200" lvl="0" indent="-342900" algn="just" rtl="0">
              <a:lnSpc>
                <a:spcPct val="114999"/>
              </a:lnSpc>
              <a:spcBef>
                <a:spcPts val="0"/>
              </a:spcBef>
              <a:spcAft>
                <a:spcPts val="0"/>
              </a:spcAft>
              <a:buClr>
                <a:srgbClr val="548DD4"/>
              </a:buClr>
              <a:buSzPts val="1800"/>
              <a:buFont typeface="Calibri"/>
              <a:buChar char="●"/>
            </a:pPr>
            <a:r>
              <a:rPr lang="es-MX" sz="1800" dirty="0">
                <a:solidFill>
                  <a:srgbClr val="548DD4"/>
                </a:solidFill>
                <a:latin typeface="Calibri"/>
                <a:ea typeface="Calibri"/>
                <a:cs typeface="Calibri"/>
                <a:sym typeface="Calibri"/>
              </a:rPr>
              <a:t>Implementar mecanismos de actualización de disponibilidad de asientos en tiempo real mediante tecnologías de comunicación síncrona y asíncrona que garanticen la consistencia de la información presentada a los usuarios.</a:t>
            </a:r>
          </a:p>
        </p:txBody>
      </p:sp>
      <p:sp>
        <p:nvSpPr>
          <p:cNvPr id="2" name="Google Shape;2065;p212">
            <a:extLst>
              <a:ext uri="{FF2B5EF4-FFF2-40B4-BE49-F238E27FC236}">
                <a16:creationId xmlns:a16="http://schemas.microsoft.com/office/drawing/2014/main" id="{87618F9F-67A9-A632-9A7C-4A00AD2A9C4B}"/>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rgbClr val="FFFF00"/>
                </a:solidFill>
              </a:rPr>
              <a:t>OBJETIVOS ESPECIFICOS.</a:t>
            </a:r>
            <a:r>
              <a:rPr lang="es-ES" sz="650" dirty="0">
                <a:solidFill>
                  <a:schemeClr val="lt1"/>
                </a:solidFill>
              </a:rPr>
              <a:t>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b="1"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Tree>
    <p:extLst>
      <p:ext uri="{BB962C8B-B14F-4D97-AF65-F5344CB8AC3E}">
        <p14:creationId xmlns:p14="http://schemas.microsoft.com/office/powerpoint/2010/main" val="1985146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1f1d002987d_0_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Módulo de Crédito del Banco </a:t>
            </a:r>
            <a:r>
              <a:rPr lang="es-ES" err="1"/>
              <a:t>TicketPremium</a:t>
            </a:r>
            <a:r>
              <a:rPr lang="es-ES"/>
              <a:t>.</a:t>
            </a:r>
            <a:endParaRPr/>
          </a:p>
        </p:txBody>
      </p:sp>
      <p:sp>
        <p:nvSpPr>
          <p:cNvPr id="135" name="Google Shape;135;g1f1d002987d_0_2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0" indent="-306000" algn="l" rtl="0">
              <a:lnSpc>
                <a:spcPct val="90000"/>
              </a:lnSpc>
              <a:spcBef>
                <a:spcPts val="0"/>
              </a:spcBef>
              <a:spcAft>
                <a:spcPts val="0"/>
              </a:spcAft>
              <a:buSzPts val="1104"/>
              <a:buChar char="◼"/>
            </a:pPr>
            <a:r>
              <a:rPr lang="es-ES" sz="650">
                <a:solidFill>
                  <a:schemeClr val="lt1"/>
                </a:solidFill>
              </a:rPr>
              <a:t>1	INTRODUCCIÓN </a:t>
            </a:r>
            <a:endParaRPr lang="es-ES" sz="650"/>
          </a:p>
          <a:p>
            <a:pPr marL="630000" lvl="1" indent="-306000" algn="l" rtl="0">
              <a:lnSpc>
                <a:spcPct val="90000"/>
              </a:lnSpc>
              <a:spcBef>
                <a:spcPts val="800"/>
              </a:spcBef>
              <a:spcAft>
                <a:spcPts val="0"/>
              </a:spcAft>
              <a:buSzPts val="920"/>
              <a:buChar char="◼"/>
            </a:pPr>
            <a:r>
              <a:rPr lang="es-ES" sz="650">
                <a:solidFill>
                  <a:schemeClr val="lt1"/>
                </a:solidFill>
              </a:rPr>
              <a:t>OBJETIVO GENERAL</a:t>
            </a:r>
          </a:p>
          <a:p>
            <a:pPr marL="630000" lvl="1" indent="-306000" algn="l" rtl="0">
              <a:lnSpc>
                <a:spcPct val="90000"/>
              </a:lnSpc>
              <a:spcBef>
                <a:spcPts val="800"/>
              </a:spcBef>
              <a:spcAft>
                <a:spcPts val="0"/>
              </a:spcAft>
              <a:buSzPts val="920"/>
              <a:buChar char="◼"/>
            </a:pPr>
            <a:r>
              <a:rPr lang="es-ES" sz="650">
                <a:solidFill>
                  <a:schemeClr val="lt1"/>
                </a:solidFill>
              </a:rPr>
              <a:t>OBJETIVOS ESPECIFICOS.	</a:t>
            </a:r>
          </a:p>
          <a:p>
            <a:pPr marL="630000" lvl="1" indent="-306000" algn="l"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algn="l"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algn="l"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RETORNA LOS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RETORNA LOS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RETORNA EL DISPONIBILIDAD DE LOCALIDADES PARA UNA PERSONA EN BASE A SU CÉDULA.</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OTORGA EL CRÉDITO Y CREA LA REPORTE DE VENTAS EN BASE A LOS SIGUIENTES PARÁMETROS: CÉDULA, PRECIO DEL BOLETO, NÚMERO DE CUOTAS.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OTORGA EL CRÉDITO Y CREA LA REPORTE DE VENTAS EN BASE A LOS SIGUIENTES PARÁMETROS: CÉDULA, PRECIO DEL BOLETO, NÚMERO DE CUOTAS</a:t>
            </a:r>
          </a:p>
          <a:p>
            <a:pPr marL="630000" lvl="1" indent="-306000" algn="l" rtl="0">
              <a:lnSpc>
                <a:spcPct val="90000"/>
              </a:lnSpc>
              <a:spcBef>
                <a:spcPts val="800"/>
              </a:spcBef>
              <a:spcAft>
                <a:spcPts val="0"/>
              </a:spcAft>
              <a:buSzPts val="920"/>
              <a:buChar char="◼"/>
            </a:pPr>
            <a:r>
              <a:rPr lang="es-ES" sz="650">
                <a:solidFill>
                  <a:schemeClr val="bg1"/>
                </a:solidFill>
              </a:rPr>
              <a:t>IMPLEMENTACIÓN DE FUNCIONALIDAD PARA DAR MANTENIMIENTO A LOS CATÁLOGOS DE BOLETOS QUE SE ENCUENTRAN A LA VENTA.</a:t>
            </a:r>
          </a:p>
          <a:p>
            <a:pPr marL="630000" lvl="1" indent="-306000" algn="l" rtl="0">
              <a:lnSpc>
                <a:spcPct val="90000"/>
              </a:lnSpc>
              <a:spcBef>
                <a:spcPts val="800"/>
              </a:spcBef>
              <a:spcAft>
                <a:spcPts val="0"/>
              </a:spcAft>
              <a:buSzPts val="920"/>
              <a:buChar char="◼"/>
            </a:pPr>
            <a:r>
              <a:rPr lang="es-ES" sz="650">
                <a:solidFill>
                  <a:schemeClr val="bg1"/>
                </a:solidFill>
              </a:rPr>
              <a:t>IMPLEMENTACIÓN DE LA FUNCIONALIDAD DE FACTURACIÓN DE LA COMERCIALIZADORA DE BOLETOS. ESTA FUNCIONALIDAD CONTEMPLA: VENTA CON PAGO EN EFECTIVO Y VENTA CON CRÉDITO DIRECTO.</a:t>
            </a:r>
          </a:p>
          <a:p>
            <a:pPr marL="630000" lvl="1" indent="-306000" algn="l" rtl="0">
              <a:lnSpc>
                <a:spcPct val="90000"/>
              </a:lnSpc>
              <a:spcBef>
                <a:spcPts val="800"/>
              </a:spcBef>
              <a:spcAft>
                <a:spcPts val="0"/>
              </a:spcAft>
              <a:buSzPts val="920"/>
              <a:buChar char="◼"/>
            </a:pPr>
            <a:r>
              <a:rPr lang="es-ES" sz="650">
                <a:solidFill>
                  <a:schemeClr val="bg1"/>
                </a:solidFill>
              </a:rPr>
              <a:t>IMPLEMENTACIÓN DE SERVICIO SOA QUE RETORNA LA REPORTE DE VENTAS PARA UN CRÉDITO OTORGADO.</a:t>
            </a:r>
          </a:p>
          <a:p>
            <a:pPr marL="630000" lvl="1" indent="-306000" algn="l" rtl="0">
              <a:lnSpc>
                <a:spcPct val="90000"/>
              </a:lnSpc>
              <a:spcBef>
                <a:spcPts val="800"/>
              </a:spcBef>
              <a:spcAft>
                <a:spcPts val="0"/>
              </a:spcAft>
              <a:buSzPts val="920"/>
              <a:buChar char="◼"/>
            </a:pPr>
            <a:r>
              <a:rPr lang="es-ES" sz="650">
                <a:solidFill>
                  <a:schemeClr val="bg1"/>
                </a:solidFill>
              </a:rPr>
              <a:t>IMPLEMENTACIÓN DE SERVICIO SOA QUE RETORNA LA REPORTE DE VENTAS PARA UN CRÉDITO OTORGADO.</a:t>
            </a:r>
          </a:p>
          <a:p>
            <a:pPr marL="630000" lvl="1" indent="-306000" algn="l" rtl="0">
              <a:lnSpc>
                <a:spcPct val="90000"/>
              </a:lnSpc>
              <a:spcBef>
                <a:spcPts val="800"/>
              </a:spcBef>
              <a:spcAft>
                <a:spcPts val="0"/>
              </a:spcAft>
              <a:buSzPts val="920"/>
              <a:buChar char="◼"/>
            </a:pPr>
            <a:r>
              <a:rPr lang="es-ES" sz="650">
                <a:solidFill>
                  <a:schemeClr val="bg1"/>
                </a:solidFill>
              </a:rPr>
              <a:t>IMPLEMENTACIÓN DE SERVICIO SOA QUE RETORNA LA REPORTE DE VENTAS PARA UN CRÉDITO OTORGADO.</a:t>
            </a:r>
          </a:p>
          <a:p>
            <a:pPr marL="630000" lvl="1" indent="-306000" algn="l" rtl="0">
              <a:lnSpc>
                <a:spcPct val="90000"/>
              </a:lnSpc>
              <a:spcBef>
                <a:spcPts val="800"/>
              </a:spcBef>
              <a:spcAft>
                <a:spcPts val="0"/>
              </a:spcAft>
              <a:buSzPts val="920"/>
              <a:buChar char="◼"/>
            </a:pPr>
            <a:r>
              <a:rPr lang="es-ES" sz="650">
                <a:solidFill>
                  <a:schemeClr val="bg1"/>
                </a:solidFill>
              </a:rPr>
              <a:t>CONSULTA DE REPORTE DE VENTAS DE UN PRÉSTAMO DE UN CLIENTE DESDE LA APLICACIÓN DE LA COMERCIALIZADORA DE BOLETOS </a:t>
            </a:r>
          </a:p>
          <a:p>
            <a:pPr marL="630000" lvl="1" indent="-306000" algn="l" rtl="0">
              <a:lnSpc>
                <a:spcPct val="90000"/>
              </a:lnSpc>
              <a:spcBef>
                <a:spcPts val="800"/>
              </a:spcBef>
              <a:spcAft>
                <a:spcPts val="0"/>
              </a:spcAft>
              <a:buSzPts val="920"/>
              <a:buChar char="◼"/>
            </a:pPr>
            <a:r>
              <a:rPr lang="es-ES" sz="650">
                <a:solidFill>
                  <a:schemeClr val="lt1"/>
                </a:solidFill>
              </a:rPr>
              <a:t>CONCLUSIONES</a:t>
            </a:r>
          </a:p>
          <a:p>
            <a:pPr marL="630000" lvl="1" indent="-306000" algn="l" rtl="0">
              <a:lnSpc>
                <a:spcPct val="90000"/>
              </a:lnSpc>
              <a:spcBef>
                <a:spcPts val="800"/>
              </a:spcBef>
              <a:spcAft>
                <a:spcPts val="0"/>
              </a:spcAft>
              <a:buSzPts val="920"/>
              <a:buChar char="◼"/>
            </a:pPr>
            <a:r>
              <a:rPr lang="es-ES" sz="650">
                <a:solidFill>
                  <a:schemeClr val="lt1"/>
                </a:solidFill>
              </a:rPr>
              <a:t>RECOMENDACIONES</a:t>
            </a:r>
          </a:p>
        </p:txBody>
      </p:sp>
      <p:sp>
        <p:nvSpPr>
          <p:cNvPr id="136" name="Google Shape;136;g1f1d002987d_0_2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7</a:t>
            </a:fld>
            <a:endParaRPr/>
          </a:p>
        </p:txBody>
      </p:sp>
      <p:sp>
        <p:nvSpPr>
          <p:cNvPr id="137" name="Google Shape;137;g1f1d002987d_0_20"/>
          <p:cNvSpPr txBox="1"/>
          <p:nvPr/>
        </p:nvSpPr>
        <p:spPr>
          <a:xfrm>
            <a:off x="315174" y="2355600"/>
            <a:ext cx="8198400" cy="1366488"/>
          </a:xfrm>
          <a:prstGeom prst="rect">
            <a:avLst/>
          </a:prstGeom>
          <a:noFill/>
          <a:ln>
            <a:noFill/>
          </a:ln>
        </p:spPr>
        <p:txBody>
          <a:bodyPr spcFirstLastPara="1" wrap="square" lIns="91425" tIns="45700" rIns="91425" bIns="45700" anchor="t" anchorCtr="0">
            <a:spAutoFit/>
          </a:bodyPr>
          <a:lstStyle/>
          <a:p>
            <a:pPr marL="457200" lvl="0" indent="-342900" algn="just" rtl="0">
              <a:lnSpc>
                <a:spcPct val="114999"/>
              </a:lnSpc>
              <a:spcBef>
                <a:spcPts val="0"/>
              </a:spcBef>
              <a:spcAft>
                <a:spcPts val="0"/>
              </a:spcAft>
              <a:buClr>
                <a:srgbClr val="548DD4"/>
              </a:buClr>
              <a:buSzPts val="1800"/>
              <a:buFont typeface="Calibri"/>
              <a:buChar char="●"/>
            </a:pPr>
            <a:r>
              <a:rPr lang="es-ES" sz="1800">
                <a:solidFill>
                  <a:srgbClr val="548DD4"/>
                </a:solidFill>
                <a:latin typeface="Calibri"/>
                <a:ea typeface="Calibri"/>
                <a:cs typeface="Calibri"/>
                <a:sym typeface="Calibri"/>
              </a:rPr>
              <a:t>Este módulo permitirá verificar si una persona es apto o no para adquirir boletos para el Banco </a:t>
            </a:r>
            <a:r>
              <a:rPr lang="es-ES" sz="1800" err="1">
                <a:solidFill>
                  <a:srgbClr val="548DD4"/>
                </a:solidFill>
                <a:latin typeface="Calibri"/>
                <a:ea typeface="Calibri"/>
                <a:cs typeface="Calibri"/>
                <a:sym typeface="Calibri"/>
              </a:rPr>
              <a:t>TicketPremium</a:t>
            </a:r>
            <a:r>
              <a:rPr lang="es-ES" sz="1800">
                <a:solidFill>
                  <a:srgbClr val="548DD4"/>
                </a:solidFill>
                <a:latin typeface="Calibri"/>
                <a:ea typeface="Calibri"/>
                <a:cs typeface="Calibri"/>
                <a:sym typeface="Calibri"/>
              </a:rPr>
              <a:t>. Si el precio del boleto deportivo es menor o igual al disponibilidad de boletos disponibles el módulo automáticamente deberá aprobar la transacción y registrar la respectiva reporte de ventas del compra.</a:t>
            </a:r>
            <a:endParaRPr sz="1800">
              <a:solidFill>
                <a:srgbClr val="548DD4"/>
              </a:solidFill>
              <a:latin typeface="Calibri"/>
              <a:ea typeface="Calibri"/>
              <a:cs typeface="Calibri"/>
              <a:sym typeface="Calibri"/>
            </a:endParaRPr>
          </a:p>
        </p:txBody>
      </p:sp>
      <p:sp>
        <p:nvSpPr>
          <p:cNvPr id="2" name="Google Shape;2065;p212">
            <a:extLst>
              <a:ext uri="{FF2B5EF4-FFF2-40B4-BE49-F238E27FC236}">
                <a16:creationId xmlns:a16="http://schemas.microsoft.com/office/drawing/2014/main" id="{668C3D39-59B7-3D4B-C425-8160E1C2A70D}"/>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extLst>
      <p:ext uri="{BB962C8B-B14F-4D97-AF65-F5344CB8AC3E}">
        <p14:creationId xmlns:p14="http://schemas.microsoft.com/office/powerpoint/2010/main" val="1683395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g1f1d002987d_0_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p>
        </p:txBody>
      </p:sp>
      <p:sp>
        <p:nvSpPr>
          <p:cNvPr id="144" name="Google Shape;144;g1f1d002987d_0_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8</a:t>
            </a:fld>
            <a:endParaRPr/>
          </a:p>
        </p:txBody>
      </p:sp>
      <p:sp>
        <p:nvSpPr>
          <p:cNvPr id="145" name="Google Shape;145;g1f1d002987d_0_0"/>
          <p:cNvSpPr txBox="1"/>
          <p:nvPr/>
        </p:nvSpPr>
        <p:spPr>
          <a:xfrm>
            <a:off x="1117481" y="2035728"/>
            <a:ext cx="7328700" cy="617100"/>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200"/>
              </a:spcBef>
              <a:spcAft>
                <a:spcPts val="0"/>
              </a:spcAft>
              <a:buClr>
                <a:schemeClr val="dk1"/>
              </a:buClr>
              <a:buSzPts val="1100"/>
              <a:buFont typeface="Arial"/>
              <a:buNone/>
            </a:pPr>
            <a:r>
              <a:rPr lang="es-ES" b="1">
                <a:solidFill>
                  <a:srgbClr val="366091"/>
                </a:solidFill>
                <a:latin typeface="Calibri"/>
                <a:ea typeface="Calibri"/>
                <a:cs typeface="Calibri"/>
                <a:sym typeface="Calibri"/>
              </a:rPr>
              <a:t>Diagrama del Caso de Uso del Módulo de Crédito del Federación de Fútbol</a:t>
            </a:r>
            <a:endParaRPr b="1">
              <a:solidFill>
                <a:srgbClr val="366091"/>
              </a:solidFill>
              <a:latin typeface="Calibri"/>
              <a:ea typeface="Calibri"/>
              <a:cs typeface="Calibri"/>
              <a:sym typeface="Calibri"/>
            </a:endParaRPr>
          </a:p>
          <a:p>
            <a:pPr marL="0" marR="0" lvl="0" indent="0" algn="just" rtl="0">
              <a:lnSpc>
                <a:spcPct val="114999"/>
              </a:lnSpc>
              <a:spcBef>
                <a:spcPts val="0"/>
              </a:spcBef>
              <a:spcAft>
                <a:spcPts val="0"/>
              </a:spcAft>
              <a:buNone/>
            </a:pPr>
            <a:endParaRPr sz="1800">
              <a:solidFill>
                <a:srgbClr val="548DD4"/>
              </a:solidFill>
              <a:latin typeface="Calibri"/>
              <a:ea typeface="Calibri"/>
              <a:cs typeface="Calibri"/>
              <a:sym typeface="Calibri"/>
            </a:endParaRPr>
          </a:p>
        </p:txBody>
      </p:sp>
      <p:sp>
        <p:nvSpPr>
          <p:cNvPr id="4" name="Google Shape;2065;p212">
            <a:extLst>
              <a:ext uri="{FF2B5EF4-FFF2-40B4-BE49-F238E27FC236}">
                <a16:creationId xmlns:a16="http://schemas.microsoft.com/office/drawing/2014/main" id="{6FFD0B83-5902-FDDE-1DEB-769DFF4041A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rgbClr val="FFFF00"/>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5" name="Imagen 4">
            <a:extLst>
              <a:ext uri="{FF2B5EF4-FFF2-40B4-BE49-F238E27FC236}">
                <a16:creationId xmlns:a16="http://schemas.microsoft.com/office/drawing/2014/main" id="{EF85AEA1-6DCB-41DF-8E5F-8AC73129EACF}"/>
              </a:ext>
            </a:extLst>
          </p:cNvPr>
          <p:cNvPicPr>
            <a:picLocks noChangeAspect="1"/>
          </p:cNvPicPr>
          <p:nvPr/>
        </p:nvPicPr>
        <p:blipFill>
          <a:blip r:embed="rId3"/>
          <a:stretch>
            <a:fillRect/>
          </a:stretch>
        </p:blipFill>
        <p:spPr>
          <a:xfrm>
            <a:off x="2313256" y="3134354"/>
            <a:ext cx="4937150" cy="2680891"/>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1f1d9125ab9_0_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endParaRPr/>
          </a:p>
        </p:txBody>
      </p:sp>
      <p:sp>
        <p:nvSpPr>
          <p:cNvPr id="153" name="Google Shape;153;g1f1d9125ab9_0_2"/>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9</a:t>
            </a:fld>
            <a:endParaRPr/>
          </a:p>
        </p:txBody>
      </p:sp>
      <p:sp>
        <p:nvSpPr>
          <p:cNvPr id="154" name="Google Shape;154;g1f1d9125ab9_0_2"/>
          <p:cNvSpPr txBox="1"/>
          <p:nvPr/>
        </p:nvSpPr>
        <p:spPr>
          <a:xfrm>
            <a:off x="1117481" y="2035728"/>
            <a:ext cx="7328700" cy="957658"/>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200"/>
              </a:spcBef>
              <a:spcAft>
                <a:spcPts val="0"/>
              </a:spcAft>
              <a:buSzPts val="1100"/>
              <a:buNone/>
            </a:pPr>
            <a:r>
              <a:rPr lang="es-ES" b="1">
                <a:solidFill>
                  <a:srgbClr val="366091"/>
                </a:solidFill>
                <a:latin typeface="Calibri"/>
                <a:ea typeface="Calibri"/>
                <a:cs typeface="Calibri"/>
                <a:sym typeface="Calibri"/>
              </a:rPr>
              <a:t>Diagrama y Descripción Detallada del Caso de Uso “</a:t>
            </a:r>
            <a:r>
              <a:rPr lang="es-EC" b="1">
                <a:solidFill>
                  <a:srgbClr val="366091"/>
                </a:solidFill>
                <a:latin typeface="Calibri"/>
                <a:ea typeface="Calibri"/>
                <a:cs typeface="Calibri"/>
                <a:sym typeface="Calibri"/>
              </a:rPr>
              <a:t>C</a:t>
            </a:r>
            <a:r>
              <a:rPr lang="es-EC" b="1">
                <a:solidFill>
                  <a:srgbClr val="366091"/>
                </a:solidFill>
                <a:latin typeface="Calibri"/>
                <a:ea typeface="Calibri"/>
                <a:cs typeface="Calibri"/>
              </a:rPr>
              <a:t>liente es comprador de boletos</a:t>
            </a:r>
            <a:r>
              <a:rPr lang="es-ES" b="1">
                <a:solidFill>
                  <a:srgbClr val="366091"/>
                </a:solidFill>
                <a:latin typeface="Calibri"/>
                <a:ea typeface="Calibri"/>
                <a:cs typeface="Calibri"/>
                <a:sym typeface="Calibri"/>
              </a:rPr>
              <a:t>”</a:t>
            </a:r>
            <a:endParaRPr b="1">
              <a:solidFill>
                <a:srgbClr val="366091"/>
              </a:solidFill>
              <a:latin typeface="Calibri"/>
              <a:ea typeface="Calibri"/>
              <a:cs typeface="Calibri"/>
              <a:sym typeface="Calibri"/>
            </a:endParaRPr>
          </a:p>
          <a:p>
            <a:pPr marL="0" lvl="0" indent="0" algn="just" rtl="0">
              <a:lnSpc>
                <a:spcPct val="115000"/>
              </a:lnSpc>
              <a:spcBef>
                <a:spcPts val="200"/>
              </a:spcBef>
              <a:spcAft>
                <a:spcPts val="0"/>
              </a:spcAft>
              <a:buSzPts val="1100"/>
              <a:buNone/>
            </a:pPr>
            <a:endParaRPr b="1">
              <a:solidFill>
                <a:srgbClr val="366091"/>
              </a:solidFill>
              <a:latin typeface="Calibri"/>
              <a:ea typeface="Calibri"/>
              <a:cs typeface="Calibri"/>
              <a:sym typeface="Calibri"/>
            </a:endParaRPr>
          </a:p>
          <a:p>
            <a:pPr marL="0" marR="0" lvl="0" indent="0" algn="just" rtl="0">
              <a:lnSpc>
                <a:spcPct val="114999"/>
              </a:lnSpc>
              <a:spcBef>
                <a:spcPts val="0"/>
              </a:spcBef>
              <a:spcAft>
                <a:spcPts val="0"/>
              </a:spcAft>
              <a:buNone/>
            </a:pPr>
            <a:endParaRPr sz="1800">
              <a:solidFill>
                <a:srgbClr val="548DD4"/>
              </a:solidFill>
              <a:latin typeface="Calibri"/>
              <a:ea typeface="Calibri"/>
              <a:cs typeface="Calibri"/>
              <a:sym typeface="Calibri"/>
            </a:endParaRPr>
          </a:p>
        </p:txBody>
      </p:sp>
      <p:sp>
        <p:nvSpPr>
          <p:cNvPr id="4" name="Google Shape;2065;p212">
            <a:extLst>
              <a:ext uri="{FF2B5EF4-FFF2-40B4-BE49-F238E27FC236}">
                <a16:creationId xmlns:a16="http://schemas.microsoft.com/office/drawing/2014/main" id="{1843F143-C7D1-9D39-C58C-172683D9BA41}"/>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rgbClr val="FFFF00"/>
                </a:solidFill>
              </a:rPr>
              <a:t>DESCRIPCIÓN DEL CASO DE USO DE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5" name="Imagen 4">
            <a:extLst>
              <a:ext uri="{FF2B5EF4-FFF2-40B4-BE49-F238E27FC236}">
                <a16:creationId xmlns:a16="http://schemas.microsoft.com/office/drawing/2014/main" id="{D35BEDA5-EE75-4726-8796-69A685690754}"/>
              </a:ext>
            </a:extLst>
          </p:cNvPr>
          <p:cNvPicPr>
            <a:picLocks noChangeAspect="1"/>
          </p:cNvPicPr>
          <p:nvPr/>
        </p:nvPicPr>
        <p:blipFill>
          <a:blip r:embed="rId3"/>
          <a:stretch>
            <a:fillRect/>
          </a:stretch>
        </p:blipFill>
        <p:spPr>
          <a:xfrm>
            <a:off x="422690" y="2734157"/>
            <a:ext cx="3339224" cy="2407988"/>
          </a:xfrm>
          <a:prstGeom prst="rect">
            <a:avLst/>
          </a:prstGeom>
          <a:ln w="228600" cap="sq" cmpd="thickThin">
            <a:solidFill>
              <a:srgbClr val="000000"/>
            </a:solidFill>
            <a:prstDash val="solid"/>
            <a:miter lim="800000"/>
          </a:ln>
          <a:effectLst>
            <a:innerShdw blurRad="76200">
              <a:srgbClr val="000000"/>
            </a:innerShdw>
          </a:effectLst>
        </p:spPr>
      </p:pic>
      <p:pic>
        <p:nvPicPr>
          <p:cNvPr id="7" name="Imagen 6">
            <a:extLst>
              <a:ext uri="{FF2B5EF4-FFF2-40B4-BE49-F238E27FC236}">
                <a16:creationId xmlns:a16="http://schemas.microsoft.com/office/drawing/2014/main" id="{885F89C4-16A5-4308-AA6C-24F2C6E925BB}"/>
              </a:ext>
            </a:extLst>
          </p:cNvPr>
          <p:cNvPicPr>
            <a:picLocks noChangeAspect="1"/>
          </p:cNvPicPr>
          <p:nvPr/>
        </p:nvPicPr>
        <p:blipFill>
          <a:blip r:embed="rId4"/>
          <a:stretch>
            <a:fillRect/>
          </a:stretch>
        </p:blipFill>
        <p:spPr>
          <a:xfrm>
            <a:off x="4549394" y="3277965"/>
            <a:ext cx="3780493" cy="2674594"/>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1f1d9125ab9_0_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endParaRPr/>
          </a:p>
        </p:txBody>
      </p:sp>
      <p:sp>
        <p:nvSpPr>
          <p:cNvPr id="171" name="Google Shape;171;g1f1d9125ab9_0_2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10</a:t>
            </a:fld>
            <a:endParaRPr/>
          </a:p>
        </p:txBody>
      </p:sp>
      <p:sp>
        <p:nvSpPr>
          <p:cNvPr id="172" name="Google Shape;172;g1f1d9125ab9_0_20"/>
          <p:cNvSpPr txBox="1"/>
          <p:nvPr/>
        </p:nvSpPr>
        <p:spPr>
          <a:xfrm>
            <a:off x="1117481" y="2035728"/>
            <a:ext cx="7328700" cy="957658"/>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200"/>
              </a:spcBef>
              <a:spcAft>
                <a:spcPts val="0"/>
              </a:spcAft>
              <a:buSzPts val="1100"/>
              <a:buNone/>
            </a:pPr>
            <a:r>
              <a:rPr lang="es-ES" b="1">
                <a:solidFill>
                  <a:srgbClr val="366091"/>
                </a:solidFill>
                <a:latin typeface="Calibri"/>
                <a:ea typeface="Calibri"/>
                <a:cs typeface="Calibri"/>
                <a:sym typeface="Calibri"/>
              </a:rPr>
              <a:t>Diagrama y Descripción Detallada del Caso de Uso “</a:t>
            </a:r>
            <a:r>
              <a:rPr lang="es-EC" b="1">
                <a:solidFill>
                  <a:srgbClr val="366091"/>
                </a:solidFill>
                <a:latin typeface="Calibri"/>
                <a:ea typeface="Calibri"/>
                <a:cs typeface="Calibri"/>
                <a:sym typeface="Calibri"/>
              </a:rPr>
              <a:t>C</a:t>
            </a:r>
            <a:r>
              <a:rPr lang="es-EC" b="1">
                <a:solidFill>
                  <a:srgbClr val="366091"/>
                </a:solidFill>
                <a:latin typeface="Calibri"/>
                <a:ea typeface="Calibri"/>
                <a:cs typeface="Calibri"/>
              </a:rPr>
              <a:t>liente es comprador de boletos</a:t>
            </a:r>
            <a:r>
              <a:rPr lang="es-ES" b="1">
                <a:solidFill>
                  <a:srgbClr val="366091"/>
                </a:solidFill>
                <a:latin typeface="Calibri"/>
                <a:ea typeface="Calibri"/>
                <a:cs typeface="Calibri"/>
                <a:sym typeface="Calibri"/>
              </a:rPr>
              <a:t>”</a:t>
            </a:r>
            <a:endParaRPr b="1">
              <a:solidFill>
                <a:srgbClr val="366091"/>
              </a:solidFill>
              <a:latin typeface="Calibri"/>
              <a:ea typeface="Calibri"/>
              <a:cs typeface="Calibri"/>
              <a:sym typeface="Calibri"/>
            </a:endParaRPr>
          </a:p>
          <a:p>
            <a:pPr marL="0" lvl="0" indent="0" algn="just" rtl="0">
              <a:lnSpc>
                <a:spcPct val="115000"/>
              </a:lnSpc>
              <a:spcBef>
                <a:spcPts val="200"/>
              </a:spcBef>
              <a:spcAft>
                <a:spcPts val="0"/>
              </a:spcAft>
              <a:buSzPts val="1100"/>
              <a:buNone/>
            </a:pPr>
            <a:endParaRPr b="1">
              <a:solidFill>
                <a:srgbClr val="366091"/>
              </a:solidFill>
              <a:latin typeface="Calibri"/>
              <a:ea typeface="Calibri"/>
              <a:cs typeface="Calibri"/>
              <a:sym typeface="Calibri"/>
            </a:endParaRPr>
          </a:p>
          <a:p>
            <a:pPr marL="0" marR="0" lvl="0" indent="0" algn="just" rtl="0">
              <a:lnSpc>
                <a:spcPct val="114999"/>
              </a:lnSpc>
              <a:spcBef>
                <a:spcPts val="0"/>
              </a:spcBef>
              <a:spcAft>
                <a:spcPts val="0"/>
              </a:spcAft>
              <a:buNone/>
            </a:pPr>
            <a:endParaRPr sz="1800">
              <a:solidFill>
                <a:srgbClr val="548DD4"/>
              </a:solidFill>
              <a:latin typeface="Calibri"/>
              <a:ea typeface="Calibri"/>
              <a:cs typeface="Calibri"/>
              <a:sym typeface="Calibri"/>
            </a:endParaRPr>
          </a:p>
        </p:txBody>
      </p:sp>
      <p:sp>
        <p:nvSpPr>
          <p:cNvPr id="9" name="Google Shape;2065;p212">
            <a:extLst>
              <a:ext uri="{FF2B5EF4-FFF2-40B4-BE49-F238E27FC236}">
                <a16:creationId xmlns:a16="http://schemas.microsoft.com/office/drawing/2014/main" id="{3A9F9731-8B4F-0E6D-DB46-8219187F66B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rgbClr val="FFFF00"/>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3" name="Imagen 2">
            <a:extLst>
              <a:ext uri="{FF2B5EF4-FFF2-40B4-BE49-F238E27FC236}">
                <a16:creationId xmlns:a16="http://schemas.microsoft.com/office/drawing/2014/main" id="{05D874CB-4D3B-4187-B299-97100579BDA4}"/>
              </a:ext>
            </a:extLst>
          </p:cNvPr>
          <p:cNvPicPr>
            <a:picLocks noChangeAspect="1"/>
          </p:cNvPicPr>
          <p:nvPr/>
        </p:nvPicPr>
        <p:blipFill>
          <a:blip r:embed="rId3"/>
          <a:stretch>
            <a:fillRect/>
          </a:stretch>
        </p:blipFill>
        <p:spPr>
          <a:xfrm>
            <a:off x="581192" y="2881850"/>
            <a:ext cx="3707325" cy="2749899"/>
          </a:xfrm>
          <a:prstGeom prst="rect">
            <a:avLst/>
          </a:prstGeom>
          <a:ln w="228600" cap="sq" cmpd="thickThin">
            <a:solidFill>
              <a:srgbClr val="000000"/>
            </a:solidFill>
            <a:prstDash val="solid"/>
            <a:miter lim="800000"/>
          </a:ln>
          <a:effectLst>
            <a:innerShdw blurRad="76200">
              <a:srgbClr val="000000"/>
            </a:innerShdw>
          </a:effectLst>
        </p:spPr>
      </p:pic>
      <p:pic>
        <p:nvPicPr>
          <p:cNvPr id="6" name="Imagen 5">
            <a:extLst>
              <a:ext uri="{FF2B5EF4-FFF2-40B4-BE49-F238E27FC236}">
                <a16:creationId xmlns:a16="http://schemas.microsoft.com/office/drawing/2014/main" id="{86EDC6ED-755C-4B40-A0C6-418DF51227FF}"/>
              </a:ext>
            </a:extLst>
          </p:cNvPr>
          <p:cNvPicPr>
            <a:picLocks noChangeAspect="1"/>
          </p:cNvPicPr>
          <p:nvPr/>
        </p:nvPicPr>
        <p:blipFill>
          <a:blip r:embed="rId4"/>
          <a:stretch>
            <a:fillRect/>
          </a:stretch>
        </p:blipFill>
        <p:spPr>
          <a:xfrm>
            <a:off x="4984055" y="2591746"/>
            <a:ext cx="2902645" cy="3802930"/>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1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PRACTICA</a:t>
            </a:r>
            <a:endParaRPr/>
          </a:p>
        </p:txBody>
      </p:sp>
      <p:sp>
        <p:nvSpPr>
          <p:cNvPr id="340" name="Google Shape;340;p15"/>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11</a:t>
            </a:fld>
            <a:endParaRPr/>
          </a:p>
        </p:txBody>
      </p:sp>
      <p:sp>
        <p:nvSpPr>
          <p:cNvPr id="341" name="Google Shape;341;p15"/>
          <p:cNvSpPr txBox="1"/>
          <p:nvPr/>
        </p:nvSpPr>
        <p:spPr>
          <a:xfrm>
            <a:off x="1492623" y="2048780"/>
            <a:ext cx="6104964"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b="1">
                <a:solidFill>
                  <a:srgbClr val="17365D"/>
                </a:solidFill>
                <a:latin typeface="Calibri"/>
                <a:ea typeface="Calibri"/>
                <a:cs typeface="Calibri"/>
                <a:sym typeface="Calibri"/>
              </a:rPr>
              <a:t>CREACIÓN DE DIAGRAMAS (CONCEPTUAL, LÓGICO, FÍSICO)</a:t>
            </a:r>
            <a:endParaRPr/>
          </a:p>
        </p:txBody>
      </p:sp>
      <p:sp>
        <p:nvSpPr>
          <p:cNvPr id="342" name="Google Shape;342;p15"/>
          <p:cNvSpPr txBox="1"/>
          <p:nvPr/>
        </p:nvSpPr>
        <p:spPr>
          <a:xfrm>
            <a:off x="581192" y="2511432"/>
            <a:ext cx="8150432"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4999"/>
              </a:lnSpc>
              <a:spcBef>
                <a:spcPts val="0"/>
              </a:spcBef>
              <a:spcAft>
                <a:spcPts val="0"/>
              </a:spcAft>
              <a:buNone/>
            </a:pPr>
            <a:r>
              <a:rPr lang="es-ES" sz="1800">
                <a:solidFill>
                  <a:srgbClr val="548DD4"/>
                </a:solidFill>
                <a:latin typeface="Gill Sans"/>
                <a:ea typeface="Gill Sans"/>
                <a:cs typeface="Gill Sans"/>
                <a:sym typeface="Gill Sans"/>
              </a:rPr>
              <a:t>En el desarrollo del proyecto, es crucial generar diagramas que faciliten la observación visual y lógica de los procesos y conexiones presentes en las tablas..</a:t>
            </a:r>
            <a:endParaRPr sz="1800">
              <a:solidFill>
                <a:schemeClr val="dk1"/>
              </a:solidFill>
              <a:latin typeface="Gill Sans"/>
              <a:ea typeface="Gill Sans"/>
              <a:cs typeface="Gill Sans"/>
              <a:sym typeface="Gill Sans"/>
            </a:endParaRPr>
          </a:p>
        </p:txBody>
      </p:sp>
      <p:pic>
        <p:nvPicPr>
          <p:cNvPr id="343" name="Google Shape;343;p15"/>
          <p:cNvPicPr preferRelativeResize="0"/>
          <p:nvPr/>
        </p:nvPicPr>
        <p:blipFill rotWithShape="1">
          <a:blip r:embed="rId3">
            <a:alphaModFix/>
          </a:blip>
          <a:srcRect/>
          <a:stretch/>
        </p:blipFill>
        <p:spPr>
          <a:xfrm>
            <a:off x="3076239" y="3813362"/>
            <a:ext cx="3055620" cy="1562100"/>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6A1CB7E0-93D2-1A6D-B2CC-A55D792728FD}"/>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16"/>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PRACTICA</a:t>
            </a:r>
            <a:endParaRPr/>
          </a:p>
        </p:txBody>
      </p:sp>
      <p:sp>
        <p:nvSpPr>
          <p:cNvPr id="350" name="Google Shape;350;p16"/>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12</a:t>
            </a:fld>
            <a:endParaRPr/>
          </a:p>
        </p:txBody>
      </p:sp>
      <p:sp>
        <p:nvSpPr>
          <p:cNvPr id="351" name="Google Shape;351;p16"/>
          <p:cNvSpPr txBox="1"/>
          <p:nvPr/>
        </p:nvSpPr>
        <p:spPr>
          <a:xfrm>
            <a:off x="581192" y="2025953"/>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Configuración del proyecto a crear.</a:t>
            </a:r>
            <a:endParaRPr/>
          </a:p>
        </p:txBody>
      </p:sp>
      <p:pic>
        <p:nvPicPr>
          <p:cNvPr id="352" name="Google Shape;352;p16"/>
          <p:cNvPicPr preferRelativeResize="0"/>
          <p:nvPr/>
        </p:nvPicPr>
        <p:blipFill rotWithShape="1">
          <a:blip r:embed="rId3">
            <a:alphaModFix/>
          </a:blip>
          <a:srcRect/>
          <a:stretch/>
        </p:blipFill>
        <p:spPr>
          <a:xfrm>
            <a:off x="2549310" y="2916206"/>
            <a:ext cx="4599940" cy="304736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E256EAF8-F875-8815-D497-AD1004CFD1F7}"/>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1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359" name="Google Shape;359;p17"/>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13</a:t>
            </a:fld>
            <a:endParaRPr/>
          </a:p>
        </p:txBody>
      </p:sp>
      <p:sp>
        <p:nvSpPr>
          <p:cNvPr id="360" name="Google Shape;360;p17"/>
          <p:cNvSpPr txBox="1"/>
          <p:nvPr/>
        </p:nvSpPr>
        <p:spPr>
          <a:xfrm>
            <a:off x="327210" y="2062758"/>
            <a:ext cx="8458201"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Finalmente, se crea la siguiente estructura, de la cual se procede a dar clic derecho.</a:t>
            </a:r>
            <a:endParaRPr/>
          </a:p>
        </p:txBody>
      </p:sp>
      <p:pic>
        <p:nvPicPr>
          <p:cNvPr id="361" name="Google Shape;361;p17"/>
          <p:cNvPicPr preferRelativeResize="0"/>
          <p:nvPr/>
        </p:nvPicPr>
        <p:blipFill rotWithShape="1">
          <a:blip r:embed="rId3">
            <a:alphaModFix/>
          </a:blip>
          <a:srcRect/>
          <a:stretch/>
        </p:blipFill>
        <p:spPr>
          <a:xfrm>
            <a:off x="2099177" y="3015390"/>
            <a:ext cx="4914265" cy="254317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6A8EE52E-CBBE-325D-8C3E-BD09A440DE0A}"/>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1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368" name="Google Shape;368;p18"/>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14</a:t>
            </a:fld>
            <a:endParaRPr/>
          </a:p>
        </p:txBody>
      </p:sp>
      <p:sp>
        <p:nvSpPr>
          <p:cNvPr id="369" name="Google Shape;369;p18"/>
          <p:cNvSpPr txBox="1"/>
          <p:nvPr/>
        </p:nvSpPr>
        <p:spPr>
          <a:xfrm>
            <a:off x="1796798" y="2025953"/>
            <a:ext cx="6104964" cy="392159"/>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s-ES" sz="1800" b="1">
                <a:solidFill>
                  <a:srgbClr val="243F60"/>
                </a:solidFill>
                <a:latin typeface="Calibri"/>
                <a:ea typeface="Calibri"/>
                <a:cs typeface="Calibri"/>
                <a:sym typeface="Calibri"/>
              </a:rPr>
              <a:t>CREACIÓN DEL MODELO DE DATOS CONCEPTUAL</a:t>
            </a:r>
            <a:endParaRPr/>
          </a:p>
        </p:txBody>
      </p:sp>
      <p:sp>
        <p:nvSpPr>
          <p:cNvPr id="370" name="Google Shape;370;p18"/>
          <p:cNvSpPr txBox="1"/>
          <p:nvPr/>
        </p:nvSpPr>
        <p:spPr>
          <a:xfrm>
            <a:off x="581191" y="2418112"/>
            <a:ext cx="8293867" cy="100110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548DD4"/>
                </a:solidFill>
                <a:latin typeface="Gill Sans"/>
                <a:ea typeface="Gill Sans"/>
                <a:cs typeface="Gill Sans"/>
                <a:sym typeface="Gill Sans"/>
              </a:rPr>
              <a:t>El primer diagrama que se crea es el modelo conceptual, ya que proporciona una visualización de las conexiones que existen entre diferentes entidades.</a:t>
            </a:r>
            <a:endParaRPr sz="1800">
              <a:solidFill>
                <a:schemeClr val="dk1"/>
              </a:solidFill>
              <a:latin typeface="Gill Sans"/>
              <a:ea typeface="Gill Sans"/>
              <a:cs typeface="Gill Sans"/>
              <a:sym typeface="Gill Sans"/>
            </a:endParaRPr>
          </a:p>
          <a:p>
            <a:pPr marL="0" marR="0" lvl="0" indent="0" algn="just" rtl="0">
              <a:lnSpc>
                <a:spcPct val="114999"/>
              </a:lnSpc>
              <a:spcBef>
                <a:spcPts val="600"/>
              </a:spcBef>
              <a:spcAft>
                <a:spcPts val="0"/>
              </a:spcAft>
              <a:buNone/>
            </a:pPr>
            <a:endParaRPr sz="1800">
              <a:solidFill>
                <a:srgbClr val="548DD4"/>
              </a:solidFill>
              <a:latin typeface="MS Mincho"/>
              <a:ea typeface="MS Mincho"/>
              <a:cs typeface="MS Mincho"/>
              <a:sym typeface="MS Mincho"/>
            </a:endParaRPr>
          </a:p>
        </p:txBody>
      </p:sp>
      <p:sp>
        <p:nvSpPr>
          <p:cNvPr id="371" name="Google Shape;371;p18"/>
          <p:cNvSpPr txBox="1"/>
          <p:nvPr/>
        </p:nvSpPr>
        <p:spPr>
          <a:xfrm>
            <a:off x="581190" y="3344608"/>
            <a:ext cx="8293867"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Para ello, una vez dado clic derecho se despliega la siguiente ventana donde se selecciona Conceptual Data.</a:t>
            </a:r>
            <a:endParaRPr/>
          </a:p>
        </p:txBody>
      </p:sp>
      <p:pic>
        <p:nvPicPr>
          <p:cNvPr id="372" name="Google Shape;372;p18" descr="Interfaz de usuario gráfica, Texto, Aplicación  Descripción generada automáticamente"/>
          <p:cNvPicPr preferRelativeResize="0"/>
          <p:nvPr/>
        </p:nvPicPr>
        <p:blipFill rotWithShape="1">
          <a:blip r:embed="rId3">
            <a:alphaModFix/>
          </a:blip>
          <a:srcRect/>
          <a:stretch/>
        </p:blipFill>
        <p:spPr>
          <a:xfrm>
            <a:off x="3567745" y="4395417"/>
            <a:ext cx="2320756" cy="1760427"/>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8548E89A-1FD8-0EAA-C2B5-F363C5863A33}"/>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1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379" name="Google Shape;379;p19"/>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15</a:t>
            </a:fld>
            <a:endParaRPr/>
          </a:p>
        </p:txBody>
      </p:sp>
      <p:sp>
        <p:nvSpPr>
          <p:cNvPr id="380" name="Google Shape;380;p19"/>
          <p:cNvSpPr txBox="1"/>
          <p:nvPr/>
        </p:nvSpPr>
        <p:spPr>
          <a:xfrm>
            <a:off x="416859" y="2025953"/>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Luego, ya se refleja en la estructura el diagrama creado. </a:t>
            </a:r>
            <a:endParaRPr/>
          </a:p>
        </p:txBody>
      </p:sp>
      <p:pic>
        <p:nvPicPr>
          <p:cNvPr id="381" name="Google Shape;381;p19" descr="Interfaz de usuario gráfica, Texto, Aplicación  Descripción generada automáticamente"/>
          <p:cNvPicPr preferRelativeResize="0"/>
          <p:nvPr/>
        </p:nvPicPr>
        <p:blipFill rotWithShape="1">
          <a:blip r:embed="rId3">
            <a:alphaModFix/>
          </a:blip>
          <a:srcRect/>
          <a:stretch/>
        </p:blipFill>
        <p:spPr>
          <a:xfrm>
            <a:off x="4009689" y="2630376"/>
            <a:ext cx="1196340" cy="1424940"/>
          </a:xfrm>
          <a:prstGeom prst="rect">
            <a:avLst/>
          </a:prstGeom>
          <a:noFill/>
          <a:ln w="88900" cap="sq" cmpd="thickThin">
            <a:solidFill>
              <a:srgbClr val="000000"/>
            </a:solidFill>
            <a:prstDash val="solid"/>
            <a:miter lim="800000"/>
            <a:headEnd type="none" w="sm" len="sm"/>
            <a:tailEnd type="none" w="sm" len="sm"/>
          </a:ln>
        </p:spPr>
      </p:pic>
      <p:sp>
        <p:nvSpPr>
          <p:cNvPr id="382" name="Google Shape;382;p19"/>
          <p:cNvSpPr txBox="1"/>
          <p:nvPr/>
        </p:nvSpPr>
        <p:spPr>
          <a:xfrm>
            <a:off x="22152" y="4220295"/>
            <a:ext cx="8817048"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Una vez creado el diagrama es necesario cambiar el nombre para identificar de manera mas fácil.</a:t>
            </a:r>
            <a:endParaRPr/>
          </a:p>
        </p:txBody>
      </p:sp>
      <p:pic>
        <p:nvPicPr>
          <p:cNvPr id="383" name="Google Shape;383;p19" descr="Interfaz de usuario gráfica, Texto, Aplicación, Correo electrónico  Descripción generada automáticamente"/>
          <p:cNvPicPr preferRelativeResize="0"/>
          <p:nvPr/>
        </p:nvPicPr>
        <p:blipFill rotWithShape="1">
          <a:blip r:embed="rId4">
            <a:alphaModFix/>
          </a:blip>
          <a:srcRect/>
          <a:stretch/>
        </p:blipFill>
        <p:spPr>
          <a:xfrm>
            <a:off x="3429000" y="4954494"/>
            <a:ext cx="2667000" cy="1546860"/>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ACB15C28-A7DC-2910-849F-EA0650C44646}"/>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1f1d9125ab9_0_3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endParaRPr/>
          </a:p>
        </p:txBody>
      </p:sp>
      <p:sp>
        <p:nvSpPr>
          <p:cNvPr id="182" name="Google Shape;182;g1f1d9125ab9_0_31"/>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16</a:t>
            </a:fld>
            <a:endParaRPr/>
          </a:p>
        </p:txBody>
      </p:sp>
      <p:sp>
        <p:nvSpPr>
          <p:cNvPr id="183" name="Google Shape;183;g1f1d9125ab9_0_31"/>
          <p:cNvSpPr txBox="1"/>
          <p:nvPr/>
        </p:nvSpPr>
        <p:spPr>
          <a:xfrm>
            <a:off x="854800" y="1957000"/>
            <a:ext cx="3000000" cy="4311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200"/>
              </a:spcBef>
              <a:spcAft>
                <a:spcPts val="0"/>
              </a:spcAft>
              <a:buNone/>
            </a:pPr>
            <a:r>
              <a:rPr lang="es-ES" sz="1600" b="1">
                <a:solidFill>
                  <a:srgbClr val="243F61"/>
                </a:solidFill>
                <a:latin typeface="Calibri"/>
                <a:ea typeface="Calibri"/>
                <a:cs typeface="Calibri"/>
                <a:sym typeface="Calibri"/>
              </a:rPr>
              <a:t>DIAGRAMA ENTIDAD RELACIÓN</a:t>
            </a:r>
            <a:endParaRPr sz="1600" b="1">
              <a:solidFill>
                <a:srgbClr val="243F61"/>
              </a:solidFill>
              <a:latin typeface="Calibri"/>
              <a:ea typeface="Calibri"/>
              <a:cs typeface="Calibri"/>
              <a:sym typeface="Calibri"/>
            </a:endParaRPr>
          </a:p>
        </p:txBody>
      </p:sp>
      <p:pic>
        <p:nvPicPr>
          <p:cNvPr id="2" name="Imagen 1">
            <a:extLst>
              <a:ext uri="{FF2B5EF4-FFF2-40B4-BE49-F238E27FC236}">
                <a16:creationId xmlns:a16="http://schemas.microsoft.com/office/drawing/2014/main" id="{7E18D63D-0004-1E55-C7D1-8B27AD38272F}"/>
              </a:ext>
            </a:extLst>
          </p:cNvPr>
          <p:cNvPicPr>
            <a:picLocks noChangeAspect="1"/>
          </p:cNvPicPr>
          <p:nvPr/>
        </p:nvPicPr>
        <p:blipFill>
          <a:blip r:embed="rId3"/>
          <a:srcRect t="21252"/>
          <a:stretch/>
        </p:blipFill>
        <p:spPr>
          <a:xfrm>
            <a:off x="2354800" y="2629243"/>
            <a:ext cx="4601204" cy="3153489"/>
          </a:xfrm>
          <a:prstGeom prst="rect">
            <a:avLst/>
          </a:prstGeom>
          <a:ln w="88900" cap="sq" cmpd="thickThin">
            <a:solidFill>
              <a:srgbClr val="000000"/>
            </a:solidFill>
            <a:prstDash val="solid"/>
            <a:miter lim="800000"/>
          </a:ln>
          <a:effectLst>
            <a:innerShdw blurRad="76200">
              <a:srgbClr val="000000"/>
            </a:innerShdw>
          </a:effectLst>
        </p:spPr>
      </p:pic>
      <p:sp>
        <p:nvSpPr>
          <p:cNvPr id="3" name="Google Shape;2065;p212">
            <a:extLst>
              <a:ext uri="{FF2B5EF4-FFF2-40B4-BE49-F238E27FC236}">
                <a16:creationId xmlns:a16="http://schemas.microsoft.com/office/drawing/2014/main" id="{259CBF3B-3A70-8560-F5CF-5E463590B792}"/>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extLst>
      <p:ext uri="{BB962C8B-B14F-4D97-AF65-F5344CB8AC3E}">
        <p14:creationId xmlns:p14="http://schemas.microsoft.com/office/powerpoint/2010/main" val="3705007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36"/>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527" name="Google Shape;527;p36"/>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17</a:t>
            </a:fld>
            <a:endParaRPr/>
          </a:p>
        </p:txBody>
      </p:sp>
      <p:sp>
        <p:nvSpPr>
          <p:cNvPr id="528" name="Google Shape;528;p36"/>
          <p:cNvSpPr txBox="1"/>
          <p:nvPr/>
        </p:nvSpPr>
        <p:spPr>
          <a:xfrm>
            <a:off x="1796798" y="2025953"/>
            <a:ext cx="6104964" cy="392159"/>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s-ES" sz="1800" b="1">
                <a:solidFill>
                  <a:srgbClr val="243F60"/>
                </a:solidFill>
                <a:latin typeface="Calibri"/>
                <a:ea typeface="Calibri"/>
                <a:cs typeface="Calibri"/>
                <a:sym typeface="Calibri"/>
              </a:rPr>
              <a:t>GENERACIÓN DEL MODELO LÓGICO</a:t>
            </a:r>
            <a:endParaRPr/>
          </a:p>
        </p:txBody>
      </p:sp>
      <p:sp>
        <p:nvSpPr>
          <p:cNvPr id="529" name="Google Shape;529;p36"/>
          <p:cNvSpPr txBox="1"/>
          <p:nvPr/>
        </p:nvSpPr>
        <p:spPr>
          <a:xfrm>
            <a:off x="264721" y="2418112"/>
            <a:ext cx="8484832"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Una vez realizado todos los pasos anteriores, generadas las entidades con sus respectivas relaciones se crea un modelo de tipo lógico.</a:t>
            </a:r>
            <a:endParaRPr/>
          </a:p>
        </p:txBody>
      </p:sp>
      <p:pic>
        <p:nvPicPr>
          <p:cNvPr id="530" name="Google Shape;530;p36" descr="Interfaz de usuario gráfica, Texto, Aplicación, Correo electrónico  Descripción generada automáticamente"/>
          <p:cNvPicPr preferRelativeResize="0"/>
          <p:nvPr/>
        </p:nvPicPr>
        <p:blipFill rotWithShape="1">
          <a:blip r:embed="rId3">
            <a:alphaModFix/>
          </a:blip>
          <a:srcRect/>
          <a:stretch/>
        </p:blipFill>
        <p:spPr>
          <a:xfrm>
            <a:off x="4024676" y="3320641"/>
            <a:ext cx="1864360" cy="307403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A7D84493-F5EC-831F-A2E3-01BE0B7073E7}"/>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3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537" name="Google Shape;537;p37"/>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18</a:t>
            </a:fld>
            <a:endParaRPr/>
          </a:p>
        </p:txBody>
      </p:sp>
      <p:sp>
        <p:nvSpPr>
          <p:cNvPr id="538" name="Google Shape;538;p37"/>
          <p:cNvSpPr txBox="1"/>
          <p:nvPr/>
        </p:nvSpPr>
        <p:spPr>
          <a:xfrm>
            <a:off x="581192" y="2062758"/>
            <a:ext cx="8186290"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Al presionar la opción generar modelo lógico, se procede a preguntar varias opciones</a:t>
            </a:r>
            <a:endParaRPr/>
          </a:p>
        </p:txBody>
      </p:sp>
      <p:pic>
        <p:nvPicPr>
          <p:cNvPr id="539" name="Google Shape;539;p37" descr="Interfaz de usuario gráfica, Aplicación  Descripción generada automáticamente"/>
          <p:cNvPicPr preferRelativeResize="0"/>
          <p:nvPr/>
        </p:nvPicPr>
        <p:blipFill rotWithShape="1">
          <a:blip r:embed="rId3">
            <a:alphaModFix/>
          </a:blip>
          <a:srcRect/>
          <a:stretch/>
        </p:blipFill>
        <p:spPr>
          <a:xfrm>
            <a:off x="3021432" y="3079489"/>
            <a:ext cx="3655695" cy="2922270"/>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A9B4DD72-484F-A3F7-D2A7-F413BB86E5E1}"/>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1f1d9125ab9_0_6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endParaRPr/>
          </a:p>
        </p:txBody>
      </p:sp>
      <p:sp>
        <p:nvSpPr>
          <p:cNvPr id="209" name="Google Shape;209;g1f1d9125ab9_0_65"/>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19</a:t>
            </a:fld>
            <a:endParaRPr/>
          </a:p>
        </p:txBody>
      </p:sp>
      <p:sp>
        <p:nvSpPr>
          <p:cNvPr id="210" name="Google Shape;210;g1f1d9125ab9_0_65"/>
          <p:cNvSpPr txBox="1"/>
          <p:nvPr/>
        </p:nvSpPr>
        <p:spPr>
          <a:xfrm>
            <a:off x="854800" y="1957000"/>
            <a:ext cx="3000000" cy="4311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200"/>
              </a:spcBef>
              <a:spcAft>
                <a:spcPts val="0"/>
              </a:spcAft>
              <a:buNone/>
            </a:pPr>
            <a:r>
              <a:rPr lang="es-ES" sz="1600" b="1">
                <a:solidFill>
                  <a:srgbClr val="243F61"/>
                </a:solidFill>
                <a:latin typeface="Calibri"/>
                <a:ea typeface="Calibri"/>
                <a:cs typeface="Calibri"/>
                <a:sym typeface="Calibri"/>
              </a:rPr>
              <a:t>MODELO LÓGICO</a:t>
            </a:r>
            <a:endParaRPr sz="1600" b="1">
              <a:solidFill>
                <a:srgbClr val="243F61"/>
              </a:solidFill>
              <a:latin typeface="Calibri"/>
              <a:ea typeface="Calibri"/>
              <a:cs typeface="Calibri"/>
              <a:sym typeface="Calibri"/>
            </a:endParaRPr>
          </a:p>
        </p:txBody>
      </p:sp>
      <p:pic>
        <p:nvPicPr>
          <p:cNvPr id="2" name="Imagen 1" descr="Diagrama  Descripción generada automáticamente">
            <a:extLst>
              <a:ext uri="{FF2B5EF4-FFF2-40B4-BE49-F238E27FC236}">
                <a16:creationId xmlns:a16="http://schemas.microsoft.com/office/drawing/2014/main" id="{659107CF-CFB4-ECCD-A55B-2E11FD9F1E77}"/>
              </a:ext>
            </a:extLst>
          </p:cNvPr>
          <p:cNvPicPr>
            <a:picLocks noChangeAspect="1"/>
          </p:cNvPicPr>
          <p:nvPr/>
        </p:nvPicPr>
        <p:blipFill>
          <a:blip r:embed="rId3"/>
          <a:srcRect t="19650"/>
          <a:stretch/>
        </p:blipFill>
        <p:spPr>
          <a:xfrm>
            <a:off x="2735678" y="2531667"/>
            <a:ext cx="3750405" cy="3510522"/>
          </a:xfrm>
          <a:prstGeom prst="rect">
            <a:avLst/>
          </a:prstGeom>
          <a:ln w="88900" cap="sq" cmpd="thickThin">
            <a:solidFill>
              <a:srgbClr val="000000"/>
            </a:solidFill>
            <a:prstDash val="solid"/>
            <a:miter lim="800000"/>
          </a:ln>
          <a:effectLst>
            <a:innerShdw blurRad="76200">
              <a:srgbClr val="000000"/>
            </a:innerShdw>
          </a:effectLst>
        </p:spPr>
      </p:pic>
      <p:sp>
        <p:nvSpPr>
          <p:cNvPr id="3" name="Google Shape;2065;p212">
            <a:extLst>
              <a:ext uri="{FF2B5EF4-FFF2-40B4-BE49-F238E27FC236}">
                <a16:creationId xmlns:a16="http://schemas.microsoft.com/office/drawing/2014/main" id="{99B4CAB4-D3F3-6A36-770E-D9B102626BF4}"/>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extLst>
      <p:ext uri="{BB962C8B-B14F-4D97-AF65-F5344CB8AC3E}">
        <p14:creationId xmlns:p14="http://schemas.microsoft.com/office/powerpoint/2010/main" val="3664699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3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555" name="Google Shape;555;p39"/>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20</a:t>
            </a:fld>
            <a:endParaRPr/>
          </a:p>
        </p:txBody>
      </p:sp>
      <p:sp>
        <p:nvSpPr>
          <p:cNvPr id="556" name="Google Shape;556;p39"/>
          <p:cNvSpPr txBox="1"/>
          <p:nvPr/>
        </p:nvSpPr>
        <p:spPr>
          <a:xfrm>
            <a:off x="1582270" y="2025953"/>
            <a:ext cx="6104964" cy="392159"/>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s-ES" sz="1800" b="1">
                <a:solidFill>
                  <a:srgbClr val="243F60"/>
                </a:solidFill>
                <a:latin typeface="Calibri"/>
                <a:ea typeface="Calibri"/>
                <a:cs typeface="Calibri"/>
                <a:sym typeface="Calibri"/>
              </a:rPr>
              <a:t>GENERACIÓN DEL MODELO FÍSICO</a:t>
            </a:r>
            <a:endParaRPr/>
          </a:p>
        </p:txBody>
      </p:sp>
      <p:sp>
        <p:nvSpPr>
          <p:cNvPr id="557" name="Google Shape;557;p39"/>
          <p:cNvSpPr txBox="1"/>
          <p:nvPr/>
        </p:nvSpPr>
        <p:spPr>
          <a:xfrm>
            <a:off x="581191" y="2728109"/>
            <a:ext cx="8275937"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Después, se procede a crear el modelo físico que es muy importante para generar scripts DDL y DML.</a:t>
            </a:r>
            <a:endParaRPr/>
          </a:p>
        </p:txBody>
      </p:sp>
      <p:pic>
        <p:nvPicPr>
          <p:cNvPr id="558" name="Google Shape;558;p39" descr="Interfaz de usuario gráfica, Texto, Aplicación, Correo electrónico  Descripción generada automáticamente"/>
          <p:cNvPicPr preferRelativeResize="0"/>
          <p:nvPr/>
        </p:nvPicPr>
        <p:blipFill rotWithShape="1">
          <a:blip r:embed="rId3">
            <a:alphaModFix/>
          </a:blip>
          <a:srcRect/>
          <a:stretch/>
        </p:blipFill>
        <p:spPr>
          <a:xfrm>
            <a:off x="3948339" y="3485544"/>
            <a:ext cx="1752577" cy="2909132"/>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2AC3C779-D244-69C3-A537-04B915C2FA94}"/>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63"/>
        <p:cNvGrpSpPr/>
        <p:nvPr/>
      </p:nvGrpSpPr>
      <p:grpSpPr>
        <a:xfrm>
          <a:off x="0" y="0"/>
          <a:ext cx="0" cy="0"/>
          <a:chOff x="0" y="0"/>
          <a:chExt cx="0" cy="0"/>
        </a:xfrm>
      </p:grpSpPr>
      <p:sp>
        <p:nvSpPr>
          <p:cNvPr id="2064" name="Google Shape;2064;p212"/>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6" name="Google Shape;2066;p212"/>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21</a:t>
            </a:fld>
            <a:endParaRPr/>
          </a:p>
        </p:txBody>
      </p:sp>
      <p:sp>
        <p:nvSpPr>
          <p:cNvPr id="3" name="CuadroTexto 2">
            <a:extLst>
              <a:ext uri="{FF2B5EF4-FFF2-40B4-BE49-F238E27FC236}">
                <a16:creationId xmlns:a16="http://schemas.microsoft.com/office/drawing/2014/main" id="{BCD65F1E-CE79-4190-7C86-01001B9CEEF7}"/>
              </a:ext>
            </a:extLst>
          </p:cNvPr>
          <p:cNvSpPr txBox="1"/>
          <p:nvPr/>
        </p:nvSpPr>
        <p:spPr>
          <a:xfrm>
            <a:off x="581192" y="2022078"/>
            <a:ext cx="3499002" cy="884666"/>
          </a:xfrm>
          <a:prstGeom prst="rect">
            <a:avLst/>
          </a:prstGeom>
          <a:noFill/>
        </p:spPr>
        <p:txBody>
          <a:bodyPr wrap="square">
            <a:spAutoFit/>
          </a:bodyPr>
          <a:lstStyle/>
          <a:p>
            <a:pPr>
              <a:spcBef>
                <a:spcPts val="1000"/>
              </a:spcBef>
            </a:pPr>
            <a:r>
              <a:rPr lang="es-EC" sz="1400" b="1" i="1">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rPr>
              <a:t>BASE DE DATOS </a:t>
            </a:r>
          </a:p>
          <a:p>
            <a:pPr>
              <a:spcBef>
                <a:spcPts val="1000"/>
              </a:spcBef>
            </a:pPr>
            <a:r>
              <a:rPr lang="es-EC" b="1" i="1" err="1">
                <a:solidFill>
                  <a:srgbClr val="5B9BD5"/>
                </a:solidFill>
                <a:latin typeface="Calibri Light" panose="020F0302020204030204" pitchFamily="34" charset="0"/>
                <a:ea typeface="Times New Roman" panose="02020603050405020304" pitchFamily="18" charset="0"/>
                <a:cs typeface="Times New Roman" panose="02020603050405020304" pitchFamily="18" charset="0"/>
              </a:rPr>
              <a:t>BankQuito</a:t>
            </a:r>
            <a:endParaRPr lang="en-US" sz="1400" b="1" i="1">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s-EC"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08BF30D0-D922-036D-5D08-5B29F00A6343}"/>
              </a:ext>
            </a:extLst>
          </p:cNvPr>
          <p:cNvSpPr txBox="1"/>
          <p:nvPr/>
        </p:nvSpPr>
        <p:spPr>
          <a:xfrm>
            <a:off x="4861116" y="2022078"/>
            <a:ext cx="3250692" cy="651460"/>
          </a:xfrm>
          <a:prstGeom prst="rect">
            <a:avLst/>
          </a:prstGeom>
          <a:noFill/>
        </p:spPr>
        <p:txBody>
          <a:bodyPr wrap="square">
            <a:spAutoFit/>
          </a:bodyPr>
          <a:lstStyle/>
          <a:p>
            <a:pPr>
              <a:spcBef>
                <a:spcPts val="1000"/>
              </a:spcBef>
            </a:pPr>
            <a:r>
              <a:rPr lang="es-EC" sz="1400" b="1" i="1">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rPr>
              <a:t>BASE DE DATOS </a:t>
            </a:r>
          </a:p>
          <a:p>
            <a:pPr>
              <a:spcBef>
                <a:spcPts val="1000"/>
              </a:spcBef>
            </a:pPr>
            <a:r>
              <a:rPr lang="es-EC" sz="1400" b="1" i="1">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rPr>
              <a:t>Comercializadora</a:t>
            </a:r>
            <a:endParaRPr lang="en-US" sz="1400" b="1" i="1">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2" name="Imagen 1">
            <a:extLst>
              <a:ext uri="{FF2B5EF4-FFF2-40B4-BE49-F238E27FC236}">
                <a16:creationId xmlns:a16="http://schemas.microsoft.com/office/drawing/2014/main" id="{C0F10A4D-9BED-3A7C-C84E-7F352EFEACCE}"/>
              </a:ext>
            </a:extLst>
          </p:cNvPr>
          <p:cNvPicPr>
            <a:picLocks noChangeAspect="1"/>
          </p:cNvPicPr>
          <p:nvPr/>
        </p:nvPicPr>
        <p:blipFill>
          <a:blip r:embed="rId3"/>
          <a:stretch>
            <a:fillRect/>
          </a:stretch>
        </p:blipFill>
        <p:spPr>
          <a:xfrm>
            <a:off x="151401" y="2980206"/>
            <a:ext cx="4181839" cy="3025095"/>
          </a:xfrm>
          <a:prstGeom prst="rect">
            <a:avLst/>
          </a:prstGeom>
          <a:ln w="88900" cap="sq" cmpd="thickThin">
            <a:solidFill>
              <a:srgbClr val="000000"/>
            </a:solidFill>
            <a:prstDash val="solid"/>
            <a:miter lim="800000"/>
          </a:ln>
          <a:effectLst>
            <a:innerShdw blurRad="76200">
              <a:srgbClr val="000000"/>
            </a:innerShdw>
          </a:effectLst>
        </p:spPr>
      </p:pic>
      <p:pic>
        <p:nvPicPr>
          <p:cNvPr id="4" name="Imagen 3">
            <a:extLst>
              <a:ext uri="{FF2B5EF4-FFF2-40B4-BE49-F238E27FC236}">
                <a16:creationId xmlns:a16="http://schemas.microsoft.com/office/drawing/2014/main" id="{7296D415-AEDE-51D9-C3FB-9D068BBD3C81}"/>
              </a:ext>
            </a:extLst>
          </p:cNvPr>
          <p:cNvPicPr>
            <a:picLocks noChangeAspect="1"/>
          </p:cNvPicPr>
          <p:nvPr/>
        </p:nvPicPr>
        <p:blipFill>
          <a:blip r:embed="rId4"/>
          <a:stretch>
            <a:fillRect/>
          </a:stretch>
        </p:blipFill>
        <p:spPr>
          <a:xfrm>
            <a:off x="4675523" y="3429000"/>
            <a:ext cx="4099560" cy="1996234"/>
          </a:xfrm>
          <a:prstGeom prst="rect">
            <a:avLst/>
          </a:prstGeom>
          <a:ln w="88900" cap="sq" cmpd="thickThin">
            <a:solidFill>
              <a:srgbClr val="000000"/>
            </a:solidFill>
            <a:prstDash val="solid"/>
            <a:miter lim="800000"/>
          </a:ln>
          <a:effectLst>
            <a:innerShdw blurRad="76200">
              <a:srgbClr val="000000"/>
            </a:innerShdw>
          </a:effectLst>
        </p:spPr>
      </p:pic>
      <p:sp>
        <p:nvSpPr>
          <p:cNvPr id="6" name="Google Shape;2065;p212">
            <a:extLst>
              <a:ext uri="{FF2B5EF4-FFF2-40B4-BE49-F238E27FC236}">
                <a16:creationId xmlns:a16="http://schemas.microsoft.com/office/drawing/2014/main" id="{46908C7D-78D9-0115-B5EE-BF4F256E900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PUBLICACIÓN DEL SERVICIO DENTRO DE IIS</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rgbClr val="FFFF00"/>
                </a:solidFill>
              </a:rPr>
              <a:t>PUBLICACION DEL SERVICIO </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22</a:t>
            </a:fld>
            <a:endParaRPr/>
          </a:p>
        </p:txBody>
      </p:sp>
      <p:sp>
        <p:nvSpPr>
          <p:cNvPr id="6" name="CuadroTexto 5">
            <a:extLst>
              <a:ext uri="{FF2B5EF4-FFF2-40B4-BE49-F238E27FC236}">
                <a16:creationId xmlns:a16="http://schemas.microsoft.com/office/drawing/2014/main" id="{1A2C7F68-68E8-F852-3CF9-4BF1256BDAEA}"/>
              </a:ext>
            </a:extLst>
          </p:cNvPr>
          <p:cNvSpPr txBox="1"/>
          <p:nvPr/>
        </p:nvSpPr>
        <p:spPr>
          <a:xfrm>
            <a:off x="406400" y="1935965"/>
            <a:ext cx="2133600" cy="392159"/>
          </a:xfrm>
          <a:prstGeom prst="rect">
            <a:avLst/>
          </a:prstGeom>
          <a:noFill/>
        </p:spPr>
        <p:txBody>
          <a:bodyPr wrap="square">
            <a:spAutoFit/>
          </a:bodyPr>
          <a:lstStyle/>
          <a:p>
            <a:pPr marL="0" marR="0" algn="just">
              <a:lnSpc>
                <a:spcPct val="115000"/>
              </a:lnSpc>
              <a:spcBef>
                <a:spcPts val="200"/>
              </a:spcBef>
            </a:pPr>
            <a:r>
              <a:rPr lang="es-EC" sz="1800" b="1">
                <a:solidFill>
                  <a:srgbClr val="365F91"/>
                </a:solidFill>
                <a:effectLst/>
                <a:latin typeface="Calibri" panose="020F0502020204030204" pitchFamily="34" charset="0"/>
                <a:ea typeface="Times New Roman" panose="02020603050405020304" pitchFamily="18" charset="0"/>
                <a:cs typeface="Times New Roman" panose="02020603050405020304" pitchFamily="18" charset="0"/>
              </a:rPr>
              <a:t>SERVICIO </a:t>
            </a:r>
            <a:r>
              <a:rPr lang="es-EC" sz="1800" b="1" err="1">
                <a:solidFill>
                  <a:srgbClr val="365F91"/>
                </a:solidFill>
                <a:effectLst/>
                <a:latin typeface="Calibri" panose="020F0502020204030204" pitchFamily="34" charset="0"/>
                <a:ea typeface="Times New Roman" panose="02020603050405020304" pitchFamily="18" charset="0"/>
                <a:cs typeface="Times New Roman" panose="02020603050405020304" pitchFamily="18" charset="0"/>
              </a:rPr>
              <a:t>TicketPremium</a:t>
            </a:r>
            <a:endParaRPr lang="en-US" sz="1800" b="1">
              <a:solidFill>
                <a:srgbClr val="365F9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DCDB3A39-8313-6677-F566-D9572B545DCD}"/>
              </a:ext>
            </a:extLst>
          </p:cNvPr>
          <p:cNvSpPr txBox="1"/>
          <p:nvPr/>
        </p:nvSpPr>
        <p:spPr>
          <a:xfrm>
            <a:off x="406400" y="2418112"/>
            <a:ext cx="4546600" cy="392159"/>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 abre el IIS</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8" name="CuadroTexto 7">
            <a:extLst>
              <a:ext uri="{FF2B5EF4-FFF2-40B4-BE49-F238E27FC236}">
                <a16:creationId xmlns:a16="http://schemas.microsoft.com/office/drawing/2014/main" id="{8B6AC7D0-D0D6-7F2D-15B6-D1E9D6233B12}"/>
              </a:ext>
            </a:extLst>
          </p:cNvPr>
          <p:cNvSpPr txBox="1"/>
          <p:nvPr/>
        </p:nvSpPr>
        <p:spPr>
          <a:xfrm>
            <a:off x="4834467" y="2228502"/>
            <a:ext cx="4157133" cy="1347805"/>
          </a:xfrm>
          <a:prstGeom prst="rect">
            <a:avLst/>
          </a:prstGeom>
          <a:noFill/>
        </p:spPr>
        <p:txBody>
          <a:bodyPr wrap="square">
            <a:spAutoFit/>
          </a:bodyPr>
          <a:lstStyle/>
          <a:p>
            <a:pPr marL="0" marR="0">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 selecciona la carpeta que anteriormente se creó, y se le da clic derecho y se selecciona en convertir en aplicación.</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5" name="Imagen 4">
            <a:extLst>
              <a:ext uri="{FF2B5EF4-FFF2-40B4-BE49-F238E27FC236}">
                <a16:creationId xmlns:a16="http://schemas.microsoft.com/office/drawing/2014/main" id="{81F33C37-903F-596B-E06E-6AB0A2AE020E}"/>
              </a:ext>
            </a:extLst>
          </p:cNvPr>
          <p:cNvPicPr>
            <a:picLocks noChangeAspect="1"/>
          </p:cNvPicPr>
          <p:nvPr/>
        </p:nvPicPr>
        <p:blipFill>
          <a:blip r:embed="rId3"/>
          <a:stretch>
            <a:fillRect/>
          </a:stretch>
        </p:blipFill>
        <p:spPr>
          <a:xfrm>
            <a:off x="303107" y="3307558"/>
            <a:ext cx="4164270" cy="2111110"/>
          </a:xfrm>
          <a:prstGeom prst="rect">
            <a:avLst/>
          </a:prstGeom>
          <a:ln w="88900" cap="sq" cmpd="thickThin">
            <a:solidFill>
              <a:srgbClr val="000000"/>
            </a:solidFill>
            <a:prstDash val="solid"/>
            <a:miter lim="800000"/>
          </a:ln>
          <a:effectLst>
            <a:innerShdw blurRad="76200">
              <a:srgbClr val="000000"/>
            </a:innerShdw>
          </a:effectLst>
        </p:spPr>
      </p:pic>
      <p:pic>
        <p:nvPicPr>
          <p:cNvPr id="7" name="Imagen 6">
            <a:extLst>
              <a:ext uri="{FF2B5EF4-FFF2-40B4-BE49-F238E27FC236}">
                <a16:creationId xmlns:a16="http://schemas.microsoft.com/office/drawing/2014/main" id="{5EAC7A61-3FF2-0A76-2D0D-D3A19D6DD9A7}"/>
              </a:ext>
            </a:extLst>
          </p:cNvPr>
          <p:cNvPicPr>
            <a:picLocks noChangeAspect="1"/>
          </p:cNvPicPr>
          <p:nvPr/>
        </p:nvPicPr>
        <p:blipFill>
          <a:blip r:embed="rId4"/>
          <a:stretch>
            <a:fillRect/>
          </a:stretch>
        </p:blipFill>
        <p:spPr>
          <a:xfrm>
            <a:off x="5481002" y="3783859"/>
            <a:ext cx="2499995" cy="245681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356570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PUBLICACIÓN DEL SERVICIO DENTRO DE IIS</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rgbClr val="FFFF00"/>
                </a:solidFill>
              </a:rPr>
              <a:t>PUBLICACION DEL SERVICIO </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23</a:t>
            </a:fld>
            <a:endParaRPr/>
          </a:p>
        </p:txBody>
      </p:sp>
      <p:pic>
        <p:nvPicPr>
          <p:cNvPr id="3" name="Imagen 2">
            <a:extLst>
              <a:ext uri="{FF2B5EF4-FFF2-40B4-BE49-F238E27FC236}">
                <a16:creationId xmlns:a16="http://schemas.microsoft.com/office/drawing/2014/main" id="{B39F29C4-FA7D-4856-8F2B-8D3E9B752D76}"/>
              </a:ext>
            </a:extLst>
          </p:cNvPr>
          <p:cNvPicPr>
            <a:picLocks noChangeAspect="1"/>
          </p:cNvPicPr>
          <p:nvPr/>
        </p:nvPicPr>
        <p:blipFill>
          <a:blip r:embed="rId3"/>
          <a:stretch>
            <a:fillRect/>
          </a:stretch>
        </p:blipFill>
        <p:spPr>
          <a:xfrm>
            <a:off x="182276" y="2022213"/>
            <a:ext cx="4105848" cy="3753374"/>
          </a:xfrm>
          <a:prstGeom prst="rect">
            <a:avLst/>
          </a:prstGeom>
        </p:spPr>
      </p:pic>
      <p:pic>
        <p:nvPicPr>
          <p:cNvPr id="10" name="Imagen 9">
            <a:extLst>
              <a:ext uri="{FF2B5EF4-FFF2-40B4-BE49-F238E27FC236}">
                <a16:creationId xmlns:a16="http://schemas.microsoft.com/office/drawing/2014/main" id="{93842382-D229-41CC-B8F4-5033189CA6F5}"/>
              </a:ext>
            </a:extLst>
          </p:cNvPr>
          <p:cNvPicPr>
            <a:picLocks noChangeAspect="1"/>
          </p:cNvPicPr>
          <p:nvPr/>
        </p:nvPicPr>
        <p:blipFill>
          <a:blip r:embed="rId4"/>
          <a:stretch>
            <a:fillRect/>
          </a:stretch>
        </p:blipFill>
        <p:spPr>
          <a:xfrm>
            <a:off x="2714153" y="2002364"/>
            <a:ext cx="3381847" cy="4153480"/>
          </a:xfrm>
          <a:prstGeom prst="rect">
            <a:avLst/>
          </a:prstGeom>
        </p:spPr>
      </p:pic>
    </p:spTree>
    <p:extLst>
      <p:ext uri="{BB962C8B-B14F-4D97-AF65-F5344CB8AC3E}">
        <p14:creationId xmlns:p14="http://schemas.microsoft.com/office/powerpoint/2010/main" val="2227919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PUBLICACIÓN DEL SERVICIO DENTRO DE IIS</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rgbClr val="FFFF00"/>
                </a:solidFill>
              </a:rPr>
              <a:t>PUBLICACION DEL SERVICIO </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24</a:t>
            </a:fld>
            <a:endParaRPr/>
          </a:p>
        </p:txBody>
      </p:sp>
      <p:pic>
        <p:nvPicPr>
          <p:cNvPr id="4" name="Imagen 3">
            <a:extLst>
              <a:ext uri="{FF2B5EF4-FFF2-40B4-BE49-F238E27FC236}">
                <a16:creationId xmlns:a16="http://schemas.microsoft.com/office/drawing/2014/main" id="{36009476-1786-4172-908F-517137608F45}"/>
              </a:ext>
            </a:extLst>
          </p:cNvPr>
          <p:cNvPicPr>
            <a:picLocks noChangeAspect="1"/>
          </p:cNvPicPr>
          <p:nvPr/>
        </p:nvPicPr>
        <p:blipFill>
          <a:blip r:embed="rId3"/>
          <a:stretch>
            <a:fillRect/>
          </a:stretch>
        </p:blipFill>
        <p:spPr>
          <a:xfrm>
            <a:off x="581192" y="1994551"/>
            <a:ext cx="7651173" cy="3936349"/>
          </a:xfrm>
          <a:prstGeom prst="rect">
            <a:avLst/>
          </a:prstGeom>
        </p:spPr>
      </p:pic>
    </p:spTree>
    <p:extLst>
      <p:ext uri="{BB962C8B-B14F-4D97-AF65-F5344CB8AC3E}">
        <p14:creationId xmlns:p14="http://schemas.microsoft.com/office/powerpoint/2010/main" val="4226287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PUBLICACIÓN DEL SERVICIO DENTRO DE IIS</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rgbClr val="FFFF00"/>
                </a:solidFill>
              </a:rPr>
              <a:t>PUBLICACION DEL SERVICIO </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25</a:t>
            </a:fld>
            <a:endParaRPr/>
          </a:p>
        </p:txBody>
      </p:sp>
      <p:pic>
        <p:nvPicPr>
          <p:cNvPr id="4" name="Imagen 3">
            <a:extLst>
              <a:ext uri="{FF2B5EF4-FFF2-40B4-BE49-F238E27FC236}">
                <a16:creationId xmlns:a16="http://schemas.microsoft.com/office/drawing/2014/main" id="{BF013D9A-F24C-40BA-A6C6-F2307889C004}"/>
              </a:ext>
            </a:extLst>
          </p:cNvPr>
          <p:cNvPicPr>
            <a:picLocks noChangeAspect="1"/>
          </p:cNvPicPr>
          <p:nvPr/>
        </p:nvPicPr>
        <p:blipFill>
          <a:blip r:embed="rId3"/>
          <a:stretch>
            <a:fillRect/>
          </a:stretch>
        </p:blipFill>
        <p:spPr>
          <a:xfrm>
            <a:off x="330200" y="2082800"/>
            <a:ext cx="8438628" cy="3563397"/>
          </a:xfrm>
          <a:prstGeom prst="rect">
            <a:avLst/>
          </a:prstGeom>
        </p:spPr>
      </p:pic>
    </p:spTree>
    <p:extLst>
      <p:ext uri="{BB962C8B-B14F-4D97-AF65-F5344CB8AC3E}">
        <p14:creationId xmlns:p14="http://schemas.microsoft.com/office/powerpoint/2010/main" val="9264386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PUBLICACIÓN DEL SERVICIO DENTRO DE IIS</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rgbClr val="FFFF00"/>
                </a:solidFill>
              </a:rPr>
              <a:t>PUBLICACION DEL SERVICIO </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26</a:t>
            </a:fld>
            <a:endParaRPr/>
          </a:p>
        </p:txBody>
      </p:sp>
      <p:pic>
        <p:nvPicPr>
          <p:cNvPr id="4" name="Imagen 3">
            <a:extLst>
              <a:ext uri="{FF2B5EF4-FFF2-40B4-BE49-F238E27FC236}">
                <a16:creationId xmlns:a16="http://schemas.microsoft.com/office/drawing/2014/main" id="{149DE721-17FD-478F-A991-5961B6902576}"/>
              </a:ext>
            </a:extLst>
          </p:cNvPr>
          <p:cNvPicPr>
            <a:picLocks noChangeAspect="1"/>
          </p:cNvPicPr>
          <p:nvPr/>
        </p:nvPicPr>
        <p:blipFill>
          <a:blip r:embed="rId3"/>
          <a:stretch>
            <a:fillRect/>
          </a:stretch>
        </p:blipFill>
        <p:spPr>
          <a:xfrm>
            <a:off x="697267" y="2024185"/>
            <a:ext cx="8420100" cy="3799840"/>
          </a:xfrm>
          <a:prstGeom prst="rect">
            <a:avLst/>
          </a:prstGeom>
        </p:spPr>
      </p:pic>
    </p:spTree>
    <p:extLst>
      <p:ext uri="{BB962C8B-B14F-4D97-AF65-F5344CB8AC3E}">
        <p14:creationId xmlns:p14="http://schemas.microsoft.com/office/powerpoint/2010/main" val="42219050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PUBLICACIÓN DEL SERVICIO DENTRO DE IIS</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rgbClr val="FFFF00"/>
                </a:solidFill>
              </a:rPr>
              <a:t>PUBLICACION DEL SERVICIO </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27</a:t>
            </a:fld>
            <a:endParaRPr/>
          </a:p>
        </p:txBody>
      </p:sp>
      <p:pic>
        <p:nvPicPr>
          <p:cNvPr id="4" name="Imagen 3">
            <a:extLst>
              <a:ext uri="{FF2B5EF4-FFF2-40B4-BE49-F238E27FC236}">
                <a16:creationId xmlns:a16="http://schemas.microsoft.com/office/drawing/2014/main" id="{2EE10FEA-6862-4785-B3D3-2329A2C20098}"/>
              </a:ext>
            </a:extLst>
          </p:cNvPr>
          <p:cNvPicPr>
            <a:picLocks noChangeAspect="1"/>
          </p:cNvPicPr>
          <p:nvPr/>
        </p:nvPicPr>
        <p:blipFill>
          <a:blip r:embed="rId3"/>
          <a:stretch>
            <a:fillRect/>
          </a:stretch>
        </p:blipFill>
        <p:spPr>
          <a:xfrm>
            <a:off x="0" y="2214911"/>
            <a:ext cx="8861255" cy="3239389"/>
          </a:xfrm>
          <a:prstGeom prst="rect">
            <a:avLst/>
          </a:prstGeom>
        </p:spPr>
      </p:pic>
    </p:spTree>
    <p:extLst>
      <p:ext uri="{BB962C8B-B14F-4D97-AF65-F5344CB8AC3E}">
        <p14:creationId xmlns:p14="http://schemas.microsoft.com/office/powerpoint/2010/main" val="31413952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PUBLICACIÓN DEL SERVICIO DENTRO DE IIS</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rgbClr val="FFFF00"/>
                </a:solidFill>
              </a:rPr>
              <a:t>PUBLICACION DEL SERVICIO </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28</a:t>
            </a:fld>
            <a:endParaRPr/>
          </a:p>
        </p:txBody>
      </p:sp>
      <p:pic>
        <p:nvPicPr>
          <p:cNvPr id="4" name="Imagen 3">
            <a:extLst>
              <a:ext uri="{FF2B5EF4-FFF2-40B4-BE49-F238E27FC236}">
                <a16:creationId xmlns:a16="http://schemas.microsoft.com/office/drawing/2014/main" id="{B6C3BE75-D26D-48A2-8CF6-C0A5110FAE9C}"/>
              </a:ext>
            </a:extLst>
          </p:cNvPr>
          <p:cNvPicPr>
            <a:picLocks noChangeAspect="1"/>
          </p:cNvPicPr>
          <p:nvPr/>
        </p:nvPicPr>
        <p:blipFill>
          <a:blip r:embed="rId3"/>
          <a:stretch>
            <a:fillRect/>
          </a:stretch>
        </p:blipFill>
        <p:spPr>
          <a:xfrm>
            <a:off x="581192" y="2133600"/>
            <a:ext cx="7718071" cy="3565288"/>
          </a:xfrm>
          <a:prstGeom prst="rect">
            <a:avLst/>
          </a:prstGeom>
        </p:spPr>
      </p:pic>
    </p:spTree>
    <p:extLst>
      <p:ext uri="{BB962C8B-B14F-4D97-AF65-F5344CB8AC3E}">
        <p14:creationId xmlns:p14="http://schemas.microsoft.com/office/powerpoint/2010/main" val="14024058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CONSOLA</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rgbClr val="FFFF00"/>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29</a:t>
            </a:fld>
            <a:endParaRPr/>
          </a:p>
        </p:txBody>
      </p:sp>
      <p:sp>
        <p:nvSpPr>
          <p:cNvPr id="7" name="CuadroTexto 6">
            <a:extLst>
              <a:ext uri="{FF2B5EF4-FFF2-40B4-BE49-F238E27FC236}">
                <a16:creationId xmlns:a16="http://schemas.microsoft.com/office/drawing/2014/main" id="{57B2532A-43BC-4F32-A6E7-CF5A5BC58060}"/>
              </a:ext>
            </a:extLst>
          </p:cNvPr>
          <p:cNvSpPr txBox="1"/>
          <p:nvPr/>
        </p:nvSpPr>
        <p:spPr>
          <a:xfrm>
            <a:off x="1222375" y="2053882"/>
            <a:ext cx="6102350" cy="2953437"/>
          </a:xfrm>
          <a:prstGeom prst="rect">
            <a:avLst/>
          </a:prstGeom>
          <a:noFill/>
        </p:spPr>
        <p:txBody>
          <a:bodyPr wrap="square">
            <a:spAutoFit/>
          </a:bodyPr>
          <a:lstStyle/>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Descripción General</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Aplicación de escritorio desarrollada con Java Swing (JFrame,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JPanel</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JDialog</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Presenta una interfaz grafica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multitab</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 panel de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login</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cartelera de partidos con banderas, mapa de asientos interactivo con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polling</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cada 4 segundos (colores: verde=libre, amarillo=reservado, rojo=ocupado, azul=mi reserva), carrito de compras con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checkout</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historial de facturas con detalle, cuenta bancaria con movimientos, panel administrativo CRUD y generación de comprobantes PDF mediante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PDFBox</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Disena</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 paleta de colores personalizada.</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Tecnologías Utilizadas</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JAVA SE, SWING, JAX-WS METRO, PDFBOX 2.0.31, MAVEN (JAR)</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6422761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CONSOLA</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rgbClr val="FFFF00"/>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30</a:t>
            </a:fld>
            <a:endParaRPr/>
          </a:p>
        </p:txBody>
      </p:sp>
      <p:sp>
        <p:nvSpPr>
          <p:cNvPr id="8" name="CuadroTexto 7">
            <a:extLst>
              <a:ext uri="{FF2B5EF4-FFF2-40B4-BE49-F238E27FC236}">
                <a16:creationId xmlns:a16="http://schemas.microsoft.com/office/drawing/2014/main" id="{4666CC0F-78B8-41B0-BCE9-CDFD4A0F6C42}"/>
              </a:ext>
            </a:extLst>
          </p:cNvPr>
          <p:cNvSpPr txBox="1"/>
          <p:nvPr/>
        </p:nvSpPr>
        <p:spPr>
          <a:xfrm>
            <a:off x="355600" y="1888827"/>
            <a:ext cx="8429625" cy="4505849"/>
          </a:xfrm>
          <a:prstGeom prst="rect">
            <a:avLst/>
          </a:prstGeom>
          <a:noFill/>
        </p:spPr>
        <p:txBody>
          <a:bodyPr wrap="square">
            <a:spAutoFit/>
          </a:bodyPr>
          <a:lstStyle/>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Paso a Paso de Construcción</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1: Creación del proyecto Maven JAR con dependencias JAX-WS Metro y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PDFBox</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2.0.31.</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2: Implementación de configuración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ServidorConfig</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servicios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WsFactory</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Sesión,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GeneradorComprobantePDF</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y modelos (Carrito,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LíneaCarrito</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Moneda).</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3: Diseño de la paleta de colores en Estilo.java y el cargador de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imagenes</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en Img.java.</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4: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Construccion</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de la ventana principal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EscritorioApp</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(JFrame con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CardLayout</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para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login</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main</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5: Desarrollo del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LoginPanel</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 campos de usuario,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contrasena</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y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validacion</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contra el servidor.</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6: Implementación del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MainPanel</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JTabbedPane</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para organizar las pestanas de funcionalidad.</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7: Creación del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PartidosPanel</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 cartelera grafica y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MapaAsientosDialog</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grid</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interactivo y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polling</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8: Desarrollo del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CarritoPanel</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 opciones de pago contado/</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credito</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y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ComprasPanel</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 historial y PDF.</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9: Implementación del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CuentaPanel</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(saldo/movimientos) y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AdminPanel</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(CRUD partidos/localidades + reporte PDF).</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10: Integración del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TicketController</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como fachada y pruebas de todas las funcionalidades</a:t>
            </a:r>
            <a:endParaRPr lang="es-EC" dirty="0"/>
          </a:p>
        </p:txBody>
      </p:sp>
    </p:spTree>
    <p:extLst>
      <p:ext uri="{BB962C8B-B14F-4D97-AF65-F5344CB8AC3E}">
        <p14:creationId xmlns:p14="http://schemas.microsoft.com/office/powerpoint/2010/main" val="18750446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CONSOLA</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rgbClr val="FFFF00"/>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31</a:t>
            </a:fld>
            <a:endParaRPr/>
          </a:p>
        </p:txBody>
      </p:sp>
      <p:sp>
        <p:nvSpPr>
          <p:cNvPr id="8" name="CuadroTexto 7">
            <a:extLst>
              <a:ext uri="{FF2B5EF4-FFF2-40B4-BE49-F238E27FC236}">
                <a16:creationId xmlns:a16="http://schemas.microsoft.com/office/drawing/2014/main" id="{CEE4A74A-2999-4C6B-86CF-D34778AD9990}"/>
              </a:ext>
            </a:extLst>
          </p:cNvPr>
          <p:cNvSpPr txBox="1"/>
          <p:nvPr/>
        </p:nvSpPr>
        <p:spPr>
          <a:xfrm>
            <a:off x="581192" y="1865477"/>
            <a:ext cx="6102350" cy="891847"/>
          </a:xfrm>
          <a:prstGeom prst="rect">
            <a:avLst/>
          </a:prstGeom>
          <a:noFill/>
        </p:spPr>
        <p:txBody>
          <a:bodyPr wrap="square">
            <a:spAutoFit/>
          </a:bodyPr>
          <a:lstStyle/>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Clases del Sistema</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A continuación se presentan todas las clases del Cliente Escritorio con su Código fuente y Explicación detallada.</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4" name="Imagen 3">
            <a:extLst>
              <a:ext uri="{FF2B5EF4-FFF2-40B4-BE49-F238E27FC236}">
                <a16:creationId xmlns:a16="http://schemas.microsoft.com/office/drawing/2014/main" id="{3A12F930-4C30-43F4-B0B2-704ADBA4001B}"/>
              </a:ext>
            </a:extLst>
          </p:cNvPr>
          <p:cNvPicPr>
            <a:picLocks noChangeAspect="1"/>
          </p:cNvPicPr>
          <p:nvPr/>
        </p:nvPicPr>
        <p:blipFill>
          <a:blip r:embed="rId3"/>
          <a:stretch>
            <a:fillRect/>
          </a:stretch>
        </p:blipFill>
        <p:spPr>
          <a:xfrm>
            <a:off x="1827420" y="3019229"/>
            <a:ext cx="4048690" cy="2800741"/>
          </a:xfrm>
          <a:prstGeom prst="rect">
            <a:avLst/>
          </a:prstGeom>
        </p:spPr>
      </p:pic>
    </p:spTree>
    <p:extLst>
      <p:ext uri="{BB962C8B-B14F-4D97-AF65-F5344CB8AC3E}">
        <p14:creationId xmlns:p14="http://schemas.microsoft.com/office/powerpoint/2010/main" val="4416625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CONSOLA</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rgbClr val="FFFF00"/>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32</a:t>
            </a:fld>
            <a:endParaRPr/>
          </a:p>
        </p:txBody>
      </p:sp>
      <p:sp>
        <p:nvSpPr>
          <p:cNvPr id="8" name="CuadroTexto 7">
            <a:extLst>
              <a:ext uri="{FF2B5EF4-FFF2-40B4-BE49-F238E27FC236}">
                <a16:creationId xmlns:a16="http://schemas.microsoft.com/office/drawing/2014/main" id="{CEE4A74A-2999-4C6B-86CF-D34778AD9990}"/>
              </a:ext>
            </a:extLst>
          </p:cNvPr>
          <p:cNvSpPr txBox="1"/>
          <p:nvPr/>
        </p:nvSpPr>
        <p:spPr>
          <a:xfrm>
            <a:off x="581192" y="1865477"/>
            <a:ext cx="6102350" cy="891847"/>
          </a:xfrm>
          <a:prstGeom prst="rect">
            <a:avLst/>
          </a:prstGeom>
          <a:noFill/>
        </p:spPr>
        <p:txBody>
          <a:bodyPr wrap="square">
            <a:spAutoFit/>
          </a:bodyPr>
          <a:lstStyle/>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Clases del Sistema</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A continuación se presentan todas las clases del Cliente Escritorio con su Código fuente y Explicación detallada.</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3" name="Imagen 2">
            <a:extLst>
              <a:ext uri="{FF2B5EF4-FFF2-40B4-BE49-F238E27FC236}">
                <a16:creationId xmlns:a16="http://schemas.microsoft.com/office/drawing/2014/main" id="{EF829664-EA62-4643-AFD0-05705D1CF808}"/>
              </a:ext>
            </a:extLst>
          </p:cNvPr>
          <p:cNvPicPr>
            <a:picLocks noChangeAspect="1"/>
          </p:cNvPicPr>
          <p:nvPr/>
        </p:nvPicPr>
        <p:blipFill>
          <a:blip r:embed="rId3"/>
          <a:stretch>
            <a:fillRect/>
          </a:stretch>
        </p:blipFill>
        <p:spPr>
          <a:xfrm>
            <a:off x="749300" y="2906845"/>
            <a:ext cx="6596833" cy="3011064"/>
          </a:xfrm>
          <a:prstGeom prst="rect">
            <a:avLst/>
          </a:prstGeom>
        </p:spPr>
      </p:pic>
    </p:spTree>
    <p:extLst>
      <p:ext uri="{BB962C8B-B14F-4D97-AF65-F5344CB8AC3E}">
        <p14:creationId xmlns:p14="http://schemas.microsoft.com/office/powerpoint/2010/main" val="11720556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CONSOLA</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rgbClr val="FFFF00"/>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33</a:t>
            </a:fld>
            <a:endParaRPr/>
          </a:p>
        </p:txBody>
      </p:sp>
      <p:sp>
        <p:nvSpPr>
          <p:cNvPr id="8" name="CuadroTexto 7">
            <a:extLst>
              <a:ext uri="{FF2B5EF4-FFF2-40B4-BE49-F238E27FC236}">
                <a16:creationId xmlns:a16="http://schemas.microsoft.com/office/drawing/2014/main" id="{CEE4A74A-2999-4C6B-86CF-D34778AD9990}"/>
              </a:ext>
            </a:extLst>
          </p:cNvPr>
          <p:cNvSpPr txBox="1"/>
          <p:nvPr/>
        </p:nvSpPr>
        <p:spPr>
          <a:xfrm>
            <a:off x="581192" y="1865477"/>
            <a:ext cx="6102350" cy="891847"/>
          </a:xfrm>
          <a:prstGeom prst="rect">
            <a:avLst/>
          </a:prstGeom>
          <a:noFill/>
        </p:spPr>
        <p:txBody>
          <a:bodyPr wrap="square">
            <a:spAutoFit/>
          </a:bodyPr>
          <a:lstStyle/>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Clases del Sistema</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A continuación se presentan todas las clases del Cliente Escritorio con su Código fuente y Explicación detallada.</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3" name="Imagen 2">
            <a:extLst>
              <a:ext uri="{FF2B5EF4-FFF2-40B4-BE49-F238E27FC236}">
                <a16:creationId xmlns:a16="http://schemas.microsoft.com/office/drawing/2014/main" id="{55B563A2-D98A-4DF6-A87A-E45678214D62}"/>
              </a:ext>
            </a:extLst>
          </p:cNvPr>
          <p:cNvPicPr>
            <a:picLocks noChangeAspect="1"/>
          </p:cNvPicPr>
          <p:nvPr/>
        </p:nvPicPr>
        <p:blipFill>
          <a:blip r:embed="rId3"/>
          <a:stretch>
            <a:fillRect/>
          </a:stretch>
        </p:blipFill>
        <p:spPr>
          <a:xfrm>
            <a:off x="765342" y="3043321"/>
            <a:ext cx="5918200" cy="2803358"/>
          </a:xfrm>
          <a:prstGeom prst="rect">
            <a:avLst/>
          </a:prstGeom>
        </p:spPr>
      </p:pic>
    </p:spTree>
    <p:extLst>
      <p:ext uri="{BB962C8B-B14F-4D97-AF65-F5344CB8AC3E}">
        <p14:creationId xmlns:p14="http://schemas.microsoft.com/office/powerpoint/2010/main" val="34756906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CONSOLA</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rgbClr val="FFFF00"/>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34</a:t>
            </a:fld>
            <a:endParaRPr/>
          </a:p>
        </p:txBody>
      </p:sp>
      <p:sp>
        <p:nvSpPr>
          <p:cNvPr id="8" name="CuadroTexto 7">
            <a:extLst>
              <a:ext uri="{FF2B5EF4-FFF2-40B4-BE49-F238E27FC236}">
                <a16:creationId xmlns:a16="http://schemas.microsoft.com/office/drawing/2014/main" id="{CEE4A74A-2999-4C6B-86CF-D34778AD9990}"/>
              </a:ext>
            </a:extLst>
          </p:cNvPr>
          <p:cNvSpPr txBox="1"/>
          <p:nvPr/>
        </p:nvSpPr>
        <p:spPr>
          <a:xfrm>
            <a:off x="581192" y="1865477"/>
            <a:ext cx="6102350" cy="891847"/>
          </a:xfrm>
          <a:prstGeom prst="rect">
            <a:avLst/>
          </a:prstGeom>
          <a:noFill/>
        </p:spPr>
        <p:txBody>
          <a:bodyPr wrap="square">
            <a:spAutoFit/>
          </a:bodyPr>
          <a:lstStyle/>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Clases del Sistema</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A continuación se presentan todas las clases del Cliente Escritorio con su Código fuente y Explicación detallada.</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3" name="Imagen 2">
            <a:extLst>
              <a:ext uri="{FF2B5EF4-FFF2-40B4-BE49-F238E27FC236}">
                <a16:creationId xmlns:a16="http://schemas.microsoft.com/office/drawing/2014/main" id="{35467BCE-6246-46B5-B79A-8A357E432CDB}"/>
              </a:ext>
            </a:extLst>
          </p:cNvPr>
          <p:cNvPicPr>
            <a:picLocks noChangeAspect="1"/>
          </p:cNvPicPr>
          <p:nvPr/>
        </p:nvPicPr>
        <p:blipFill>
          <a:blip r:embed="rId3"/>
          <a:stretch>
            <a:fillRect/>
          </a:stretch>
        </p:blipFill>
        <p:spPr>
          <a:xfrm>
            <a:off x="1130300" y="3086100"/>
            <a:ext cx="7090881" cy="3210377"/>
          </a:xfrm>
          <a:prstGeom prst="rect">
            <a:avLst/>
          </a:prstGeom>
        </p:spPr>
      </p:pic>
    </p:spTree>
    <p:extLst>
      <p:ext uri="{BB962C8B-B14F-4D97-AF65-F5344CB8AC3E}">
        <p14:creationId xmlns:p14="http://schemas.microsoft.com/office/powerpoint/2010/main" val="24811715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CONSOLA</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rgbClr val="FFFF00"/>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35</a:t>
            </a:fld>
            <a:endParaRPr/>
          </a:p>
        </p:txBody>
      </p:sp>
      <p:sp>
        <p:nvSpPr>
          <p:cNvPr id="8" name="CuadroTexto 7">
            <a:extLst>
              <a:ext uri="{FF2B5EF4-FFF2-40B4-BE49-F238E27FC236}">
                <a16:creationId xmlns:a16="http://schemas.microsoft.com/office/drawing/2014/main" id="{CEE4A74A-2999-4C6B-86CF-D34778AD9990}"/>
              </a:ext>
            </a:extLst>
          </p:cNvPr>
          <p:cNvSpPr txBox="1"/>
          <p:nvPr/>
        </p:nvSpPr>
        <p:spPr>
          <a:xfrm>
            <a:off x="581192" y="1865477"/>
            <a:ext cx="6102350" cy="891847"/>
          </a:xfrm>
          <a:prstGeom prst="rect">
            <a:avLst/>
          </a:prstGeom>
          <a:noFill/>
        </p:spPr>
        <p:txBody>
          <a:bodyPr wrap="square">
            <a:spAutoFit/>
          </a:bodyPr>
          <a:lstStyle/>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Clases del Sistema</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A continuación se presentan todas las clases del Cliente Escritorio con su Código fuente y Explicación detallada.</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3" name="Imagen 2">
            <a:extLst>
              <a:ext uri="{FF2B5EF4-FFF2-40B4-BE49-F238E27FC236}">
                <a16:creationId xmlns:a16="http://schemas.microsoft.com/office/drawing/2014/main" id="{7850B3EB-F1EE-4DE1-A1CD-2C90DCCB3A80}"/>
              </a:ext>
            </a:extLst>
          </p:cNvPr>
          <p:cNvPicPr>
            <a:picLocks noChangeAspect="1"/>
          </p:cNvPicPr>
          <p:nvPr/>
        </p:nvPicPr>
        <p:blipFill>
          <a:blip r:embed="rId3"/>
          <a:stretch>
            <a:fillRect/>
          </a:stretch>
        </p:blipFill>
        <p:spPr>
          <a:xfrm>
            <a:off x="469900" y="2757324"/>
            <a:ext cx="7327900" cy="3025178"/>
          </a:xfrm>
          <a:prstGeom prst="rect">
            <a:avLst/>
          </a:prstGeom>
        </p:spPr>
      </p:pic>
    </p:spTree>
    <p:extLst>
      <p:ext uri="{BB962C8B-B14F-4D97-AF65-F5344CB8AC3E}">
        <p14:creationId xmlns:p14="http://schemas.microsoft.com/office/powerpoint/2010/main" val="17357016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CONSOLA</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rgbClr val="FFFF00"/>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36</a:t>
            </a:fld>
            <a:endParaRPr/>
          </a:p>
        </p:txBody>
      </p:sp>
      <p:sp>
        <p:nvSpPr>
          <p:cNvPr id="8" name="CuadroTexto 7">
            <a:extLst>
              <a:ext uri="{FF2B5EF4-FFF2-40B4-BE49-F238E27FC236}">
                <a16:creationId xmlns:a16="http://schemas.microsoft.com/office/drawing/2014/main" id="{CEE4A74A-2999-4C6B-86CF-D34778AD9990}"/>
              </a:ext>
            </a:extLst>
          </p:cNvPr>
          <p:cNvSpPr txBox="1"/>
          <p:nvPr/>
        </p:nvSpPr>
        <p:spPr>
          <a:xfrm>
            <a:off x="581192" y="1865477"/>
            <a:ext cx="6102350" cy="891847"/>
          </a:xfrm>
          <a:prstGeom prst="rect">
            <a:avLst/>
          </a:prstGeom>
          <a:noFill/>
        </p:spPr>
        <p:txBody>
          <a:bodyPr wrap="square">
            <a:spAutoFit/>
          </a:bodyPr>
          <a:lstStyle/>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Clases del Sistema</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A continuación se presentan todas las clases del Cliente Escritorio con su Código fuente y Explicación detallada.</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4" name="Imagen 3">
            <a:extLst>
              <a:ext uri="{FF2B5EF4-FFF2-40B4-BE49-F238E27FC236}">
                <a16:creationId xmlns:a16="http://schemas.microsoft.com/office/drawing/2014/main" id="{5978CDFD-496C-4529-A7FA-31699FEDB572}"/>
              </a:ext>
            </a:extLst>
          </p:cNvPr>
          <p:cNvPicPr>
            <a:picLocks noChangeAspect="1"/>
          </p:cNvPicPr>
          <p:nvPr/>
        </p:nvPicPr>
        <p:blipFill>
          <a:blip r:embed="rId3"/>
          <a:stretch>
            <a:fillRect/>
          </a:stretch>
        </p:blipFill>
        <p:spPr>
          <a:xfrm>
            <a:off x="581192" y="2906845"/>
            <a:ext cx="8071615" cy="3737201"/>
          </a:xfrm>
          <a:prstGeom prst="rect">
            <a:avLst/>
          </a:prstGeom>
        </p:spPr>
      </p:pic>
    </p:spTree>
    <p:extLst>
      <p:ext uri="{BB962C8B-B14F-4D97-AF65-F5344CB8AC3E}">
        <p14:creationId xmlns:p14="http://schemas.microsoft.com/office/powerpoint/2010/main" val="3336393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CONSOLA</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rgbClr val="FFFF00"/>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37</a:t>
            </a:fld>
            <a:endParaRPr/>
          </a:p>
        </p:txBody>
      </p:sp>
      <p:pic>
        <p:nvPicPr>
          <p:cNvPr id="6147" name="Imagen 1099411776">
            <a:extLst>
              <a:ext uri="{FF2B5EF4-FFF2-40B4-BE49-F238E27FC236}">
                <a16:creationId xmlns:a16="http://schemas.microsoft.com/office/drawing/2014/main" id="{0D997484-0CC0-4629-BE59-82FC0680DE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30" y="2737492"/>
            <a:ext cx="4210050" cy="2408806"/>
          </a:xfrm>
          <a:prstGeom prst="rect">
            <a:avLst/>
          </a:prstGeom>
          <a:noFill/>
          <a:extLst>
            <a:ext uri="{909E8E84-426E-40DD-AFC4-6F175D3DCCD1}">
              <a14:hiddenFill xmlns:a14="http://schemas.microsoft.com/office/drawing/2010/main">
                <a:solidFill>
                  <a:srgbClr val="FFFFFF"/>
                </a:solidFill>
              </a14:hiddenFill>
            </a:ext>
          </a:extLst>
        </p:spPr>
      </p:pic>
      <p:pic>
        <p:nvPicPr>
          <p:cNvPr id="6146" name="Imagen 1099411777">
            <a:extLst>
              <a:ext uri="{FF2B5EF4-FFF2-40B4-BE49-F238E27FC236}">
                <a16:creationId xmlns:a16="http://schemas.microsoft.com/office/drawing/2014/main" id="{1244117F-ED6B-48B8-94D0-DA4013EC75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4634" y="4279189"/>
            <a:ext cx="5610225" cy="2400300"/>
          </a:xfrm>
          <a:prstGeom prst="rect">
            <a:avLst/>
          </a:prstGeom>
          <a:noFill/>
          <a:extLst>
            <a:ext uri="{909E8E84-426E-40DD-AFC4-6F175D3DCCD1}">
              <a14:hiddenFill xmlns:a14="http://schemas.microsoft.com/office/drawing/2010/main">
                <a:solidFill>
                  <a:srgbClr val="FFFFFF"/>
                </a:solidFill>
              </a14:hiddenFill>
            </a:ext>
          </a:extLst>
        </p:spPr>
      </p:pic>
      <p:pic>
        <p:nvPicPr>
          <p:cNvPr id="6145" name="Imagen 1099411778">
            <a:extLst>
              <a:ext uri="{FF2B5EF4-FFF2-40B4-BE49-F238E27FC236}">
                <a16:creationId xmlns:a16="http://schemas.microsoft.com/office/drawing/2014/main" id="{7B626C28-47B3-4AEE-A2B8-1B2DD6B2B0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5379" y="2737492"/>
            <a:ext cx="2249841" cy="144535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517A738A-4833-4A41-AF20-7C3D13F49EC6}"/>
              </a:ext>
            </a:extLst>
          </p:cNvPr>
          <p:cNvSpPr>
            <a:spLocks noChangeArrowheads="1"/>
          </p:cNvSpPr>
          <p:nvPr/>
        </p:nvSpPr>
        <p:spPr bwMode="auto">
          <a:xfrm>
            <a:off x="2000250" y="41006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13" name="CuadroTexto 12">
            <a:extLst>
              <a:ext uri="{FF2B5EF4-FFF2-40B4-BE49-F238E27FC236}">
                <a16:creationId xmlns:a16="http://schemas.microsoft.com/office/drawing/2014/main" id="{442059E1-C747-4128-A3E5-00906ECC2AFC}"/>
              </a:ext>
            </a:extLst>
          </p:cNvPr>
          <p:cNvSpPr txBox="1"/>
          <p:nvPr/>
        </p:nvSpPr>
        <p:spPr>
          <a:xfrm>
            <a:off x="266699" y="1873893"/>
            <a:ext cx="8850667" cy="891847"/>
          </a:xfrm>
          <a:prstGeom prst="rect">
            <a:avLst/>
          </a:prstGeom>
          <a:noFill/>
        </p:spPr>
        <p:txBody>
          <a:bodyPr wrap="square">
            <a:spAutoFit/>
          </a:bodyPr>
          <a:lstStyle/>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Evidencias de Ejecución - Cliente </a:t>
            </a:r>
            <a:r>
              <a:rPr lang="es-EC"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Consola</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A continuación se presentan los espacios reservados para las capturas de pantalla que evidencian la ejecución del Cliente Escritorio. Se recomienda insertar imágenes que muestren:</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1488215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ESCRITORIO</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rgbClr val="FFFF00"/>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38</a:t>
            </a:fld>
            <a:endParaRPr/>
          </a:p>
        </p:txBody>
      </p:sp>
      <p:sp>
        <p:nvSpPr>
          <p:cNvPr id="3" name="Rectangle 5">
            <a:extLst>
              <a:ext uri="{FF2B5EF4-FFF2-40B4-BE49-F238E27FC236}">
                <a16:creationId xmlns:a16="http://schemas.microsoft.com/office/drawing/2014/main" id="{517A738A-4833-4A41-AF20-7C3D13F49EC6}"/>
              </a:ext>
            </a:extLst>
          </p:cNvPr>
          <p:cNvSpPr>
            <a:spLocks noChangeArrowheads="1"/>
          </p:cNvSpPr>
          <p:nvPr/>
        </p:nvSpPr>
        <p:spPr bwMode="auto">
          <a:xfrm>
            <a:off x="2000250" y="41006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4" name="Rectangle 3">
            <a:extLst>
              <a:ext uri="{FF2B5EF4-FFF2-40B4-BE49-F238E27FC236}">
                <a16:creationId xmlns:a16="http://schemas.microsoft.com/office/drawing/2014/main" id="{26D2E38E-9ED3-45FA-8A2E-D4E46E48E3B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19" name="CuadroTexto 18">
            <a:extLst>
              <a:ext uri="{FF2B5EF4-FFF2-40B4-BE49-F238E27FC236}">
                <a16:creationId xmlns:a16="http://schemas.microsoft.com/office/drawing/2014/main" id="{2F1D009B-C505-4F3B-AD2E-569F03FBBB67}"/>
              </a:ext>
            </a:extLst>
          </p:cNvPr>
          <p:cNvSpPr txBox="1"/>
          <p:nvPr/>
        </p:nvSpPr>
        <p:spPr>
          <a:xfrm>
            <a:off x="835818" y="2076161"/>
            <a:ext cx="6100762" cy="2705677"/>
          </a:xfrm>
          <a:prstGeom prst="rect">
            <a:avLst/>
          </a:prstGeom>
          <a:noFill/>
        </p:spPr>
        <p:txBody>
          <a:bodyPr wrap="square">
            <a:spAutoFit/>
          </a:bodyPr>
          <a:lstStyle/>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Descripción General</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Aplicación de línea de comandos (CLI) desarrollada en Java SE puro. Proporciona una interfaz textual interactiva que permite al usuario navegar por Menús, seleccionar partidos del Mundial FIFA 2026, visualizar mapas de asientos, gestionar un carrito de compras, realizar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checkout</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al contado o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credito</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consultar historial de facturas y administrar partidos y localidades (rol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admin</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Se comunica con el servidor SOAP mediante JAX-WS usando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stubs</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generados con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wsimport</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Bef>
                <a:spcPts val="1000"/>
              </a:spcBef>
            </a:pPr>
            <a:r>
              <a:rPr lang="es-419" sz="1800" b="1" dirty="0" err="1">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Tecnologias</a:t>
            </a: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 Utilizadas</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JAVA SE, JAX-WS METRO, MAVEN (JAR), WSIMPORT</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9231082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ESCRITORIO</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rgbClr val="FFFF00"/>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39</a:t>
            </a:fld>
            <a:endParaRPr/>
          </a:p>
        </p:txBody>
      </p:sp>
      <p:sp>
        <p:nvSpPr>
          <p:cNvPr id="3" name="Rectangle 5">
            <a:extLst>
              <a:ext uri="{FF2B5EF4-FFF2-40B4-BE49-F238E27FC236}">
                <a16:creationId xmlns:a16="http://schemas.microsoft.com/office/drawing/2014/main" id="{517A738A-4833-4A41-AF20-7C3D13F49EC6}"/>
              </a:ext>
            </a:extLst>
          </p:cNvPr>
          <p:cNvSpPr>
            <a:spLocks noChangeArrowheads="1"/>
          </p:cNvSpPr>
          <p:nvPr/>
        </p:nvSpPr>
        <p:spPr bwMode="auto">
          <a:xfrm>
            <a:off x="2000250" y="41006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4" name="Rectangle 3">
            <a:extLst>
              <a:ext uri="{FF2B5EF4-FFF2-40B4-BE49-F238E27FC236}">
                <a16:creationId xmlns:a16="http://schemas.microsoft.com/office/drawing/2014/main" id="{26D2E38E-9ED3-45FA-8A2E-D4E46E48E3B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8" name="CuadroTexto 7">
            <a:extLst>
              <a:ext uri="{FF2B5EF4-FFF2-40B4-BE49-F238E27FC236}">
                <a16:creationId xmlns:a16="http://schemas.microsoft.com/office/drawing/2014/main" id="{080AEA3D-1268-4287-8B6D-12670E318D56}"/>
              </a:ext>
            </a:extLst>
          </p:cNvPr>
          <p:cNvSpPr txBox="1"/>
          <p:nvPr/>
        </p:nvSpPr>
        <p:spPr>
          <a:xfrm>
            <a:off x="464343" y="2112102"/>
            <a:ext cx="8598086" cy="3899850"/>
          </a:xfrm>
          <a:prstGeom prst="rect">
            <a:avLst/>
          </a:prstGeom>
          <a:noFill/>
        </p:spPr>
        <p:txBody>
          <a:bodyPr wrap="square">
            <a:spAutoFit/>
          </a:bodyPr>
          <a:lstStyle/>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Paso a Paso de Construcción</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1: Creación del proyecto Maven con dependencia JAX-WS Metro para la comunicación SOAP.</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2: Definición del paquete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config</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 la clase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ServidorConfig</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para la resolución dinámica de la URL del servidor.</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3: Implementación del paquete 'servicio' con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WsFactory</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(Factory para puertos SOAP) y Sesión (estado de autenticación).</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4: Desarrollo del paquete 'modelo' con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LíneaCarrito</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item</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de carrito) y Moneda (formateo monetario).</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5: Construcción del controlador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TicketController</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como fachada que encapsula todas las operaciones SOAP.</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6: Generación de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stubs</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wsimport</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a partir del WSDL del servidor.</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7: Implementación de la vista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ConsolaApp</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 Menús interactivos, validación de entrada y manejo de errores.</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8: Integración de la lógica de carrito,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checkout</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(contado/crédito), historial y administración.</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Paso 9: Pruebas de integración con el servidor SOAP desplegado en Payara/</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GlassFish</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39975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ESCRITORIO</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rgbClr val="FFFF00"/>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40</a:t>
            </a:fld>
            <a:endParaRPr/>
          </a:p>
        </p:txBody>
      </p:sp>
      <p:sp>
        <p:nvSpPr>
          <p:cNvPr id="3" name="Rectangle 5">
            <a:extLst>
              <a:ext uri="{FF2B5EF4-FFF2-40B4-BE49-F238E27FC236}">
                <a16:creationId xmlns:a16="http://schemas.microsoft.com/office/drawing/2014/main" id="{517A738A-4833-4A41-AF20-7C3D13F49EC6}"/>
              </a:ext>
            </a:extLst>
          </p:cNvPr>
          <p:cNvSpPr>
            <a:spLocks noChangeArrowheads="1"/>
          </p:cNvSpPr>
          <p:nvPr/>
        </p:nvSpPr>
        <p:spPr bwMode="auto">
          <a:xfrm>
            <a:off x="2000250" y="41006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4" name="Rectangle 3">
            <a:extLst>
              <a:ext uri="{FF2B5EF4-FFF2-40B4-BE49-F238E27FC236}">
                <a16:creationId xmlns:a16="http://schemas.microsoft.com/office/drawing/2014/main" id="{26D2E38E-9ED3-45FA-8A2E-D4E46E48E3B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pic>
        <p:nvPicPr>
          <p:cNvPr id="5" name="Imagen 4">
            <a:extLst>
              <a:ext uri="{FF2B5EF4-FFF2-40B4-BE49-F238E27FC236}">
                <a16:creationId xmlns:a16="http://schemas.microsoft.com/office/drawing/2014/main" id="{347219AF-D200-458F-9CDD-FBCB7D4DF9B7}"/>
              </a:ext>
            </a:extLst>
          </p:cNvPr>
          <p:cNvPicPr>
            <a:picLocks noChangeAspect="1"/>
          </p:cNvPicPr>
          <p:nvPr/>
        </p:nvPicPr>
        <p:blipFill>
          <a:blip r:embed="rId3"/>
          <a:stretch>
            <a:fillRect/>
          </a:stretch>
        </p:blipFill>
        <p:spPr>
          <a:xfrm>
            <a:off x="581192" y="2119129"/>
            <a:ext cx="3667637" cy="2619741"/>
          </a:xfrm>
          <a:prstGeom prst="rect">
            <a:avLst/>
          </a:prstGeom>
        </p:spPr>
      </p:pic>
      <p:pic>
        <p:nvPicPr>
          <p:cNvPr id="7" name="Imagen 6">
            <a:extLst>
              <a:ext uri="{FF2B5EF4-FFF2-40B4-BE49-F238E27FC236}">
                <a16:creationId xmlns:a16="http://schemas.microsoft.com/office/drawing/2014/main" id="{A7BF0C86-4AE8-45C3-93D5-96B060366238}"/>
              </a:ext>
            </a:extLst>
          </p:cNvPr>
          <p:cNvPicPr>
            <a:picLocks noChangeAspect="1"/>
          </p:cNvPicPr>
          <p:nvPr/>
        </p:nvPicPr>
        <p:blipFill>
          <a:blip r:embed="rId4"/>
          <a:stretch>
            <a:fillRect/>
          </a:stretch>
        </p:blipFill>
        <p:spPr>
          <a:xfrm>
            <a:off x="4543208" y="2271713"/>
            <a:ext cx="3937761" cy="3019755"/>
          </a:xfrm>
          <a:prstGeom prst="rect">
            <a:avLst/>
          </a:prstGeom>
        </p:spPr>
      </p:pic>
    </p:spTree>
    <p:extLst>
      <p:ext uri="{BB962C8B-B14F-4D97-AF65-F5344CB8AC3E}">
        <p14:creationId xmlns:p14="http://schemas.microsoft.com/office/powerpoint/2010/main" val="12161704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ESCRITORIO</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rgbClr val="FFFF00"/>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41</a:t>
            </a:fld>
            <a:endParaRPr/>
          </a:p>
        </p:txBody>
      </p:sp>
      <p:sp>
        <p:nvSpPr>
          <p:cNvPr id="3" name="Rectangle 5">
            <a:extLst>
              <a:ext uri="{FF2B5EF4-FFF2-40B4-BE49-F238E27FC236}">
                <a16:creationId xmlns:a16="http://schemas.microsoft.com/office/drawing/2014/main" id="{517A738A-4833-4A41-AF20-7C3D13F49EC6}"/>
              </a:ext>
            </a:extLst>
          </p:cNvPr>
          <p:cNvSpPr>
            <a:spLocks noChangeArrowheads="1"/>
          </p:cNvSpPr>
          <p:nvPr/>
        </p:nvSpPr>
        <p:spPr bwMode="auto">
          <a:xfrm>
            <a:off x="2000250" y="41006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4" name="Rectangle 3">
            <a:extLst>
              <a:ext uri="{FF2B5EF4-FFF2-40B4-BE49-F238E27FC236}">
                <a16:creationId xmlns:a16="http://schemas.microsoft.com/office/drawing/2014/main" id="{26D2E38E-9ED3-45FA-8A2E-D4E46E48E3B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pic>
        <p:nvPicPr>
          <p:cNvPr id="5" name="Imagen 4">
            <a:extLst>
              <a:ext uri="{FF2B5EF4-FFF2-40B4-BE49-F238E27FC236}">
                <a16:creationId xmlns:a16="http://schemas.microsoft.com/office/drawing/2014/main" id="{40ACE86A-E96E-41B0-90B1-1356901AD265}"/>
              </a:ext>
            </a:extLst>
          </p:cNvPr>
          <p:cNvPicPr>
            <a:picLocks noChangeAspect="1"/>
          </p:cNvPicPr>
          <p:nvPr/>
        </p:nvPicPr>
        <p:blipFill>
          <a:blip r:embed="rId3"/>
          <a:stretch>
            <a:fillRect/>
          </a:stretch>
        </p:blipFill>
        <p:spPr>
          <a:xfrm>
            <a:off x="700087" y="2415200"/>
            <a:ext cx="6096000" cy="2853742"/>
          </a:xfrm>
          <a:prstGeom prst="rect">
            <a:avLst/>
          </a:prstGeom>
        </p:spPr>
      </p:pic>
    </p:spTree>
    <p:extLst>
      <p:ext uri="{BB962C8B-B14F-4D97-AF65-F5344CB8AC3E}">
        <p14:creationId xmlns:p14="http://schemas.microsoft.com/office/powerpoint/2010/main" val="26047005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ESCRITORIO</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rgbClr val="FFFF00"/>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42</a:t>
            </a:fld>
            <a:endParaRPr/>
          </a:p>
        </p:txBody>
      </p:sp>
      <p:sp>
        <p:nvSpPr>
          <p:cNvPr id="3" name="Rectangle 5">
            <a:extLst>
              <a:ext uri="{FF2B5EF4-FFF2-40B4-BE49-F238E27FC236}">
                <a16:creationId xmlns:a16="http://schemas.microsoft.com/office/drawing/2014/main" id="{517A738A-4833-4A41-AF20-7C3D13F49EC6}"/>
              </a:ext>
            </a:extLst>
          </p:cNvPr>
          <p:cNvSpPr>
            <a:spLocks noChangeArrowheads="1"/>
          </p:cNvSpPr>
          <p:nvPr/>
        </p:nvSpPr>
        <p:spPr bwMode="auto">
          <a:xfrm>
            <a:off x="2000250" y="41006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4" name="Rectangle 3">
            <a:extLst>
              <a:ext uri="{FF2B5EF4-FFF2-40B4-BE49-F238E27FC236}">
                <a16:creationId xmlns:a16="http://schemas.microsoft.com/office/drawing/2014/main" id="{26D2E38E-9ED3-45FA-8A2E-D4E46E48E3B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pic>
        <p:nvPicPr>
          <p:cNvPr id="5" name="Imagen 4">
            <a:extLst>
              <a:ext uri="{FF2B5EF4-FFF2-40B4-BE49-F238E27FC236}">
                <a16:creationId xmlns:a16="http://schemas.microsoft.com/office/drawing/2014/main" id="{55A6B186-47FF-4C45-81DB-4B41E5F8F2A2}"/>
              </a:ext>
            </a:extLst>
          </p:cNvPr>
          <p:cNvPicPr>
            <a:picLocks noChangeAspect="1"/>
          </p:cNvPicPr>
          <p:nvPr/>
        </p:nvPicPr>
        <p:blipFill>
          <a:blip r:embed="rId3"/>
          <a:stretch>
            <a:fillRect/>
          </a:stretch>
        </p:blipFill>
        <p:spPr>
          <a:xfrm>
            <a:off x="581192" y="2385400"/>
            <a:ext cx="7548216" cy="3564595"/>
          </a:xfrm>
          <a:prstGeom prst="rect">
            <a:avLst/>
          </a:prstGeom>
        </p:spPr>
      </p:pic>
    </p:spTree>
    <p:extLst>
      <p:ext uri="{BB962C8B-B14F-4D97-AF65-F5344CB8AC3E}">
        <p14:creationId xmlns:p14="http://schemas.microsoft.com/office/powerpoint/2010/main" val="37200271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ESCRITORIO</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rgbClr val="FFFF00"/>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43</a:t>
            </a:fld>
            <a:endParaRPr/>
          </a:p>
        </p:txBody>
      </p:sp>
      <p:sp>
        <p:nvSpPr>
          <p:cNvPr id="3" name="Rectangle 5">
            <a:extLst>
              <a:ext uri="{FF2B5EF4-FFF2-40B4-BE49-F238E27FC236}">
                <a16:creationId xmlns:a16="http://schemas.microsoft.com/office/drawing/2014/main" id="{517A738A-4833-4A41-AF20-7C3D13F49EC6}"/>
              </a:ext>
            </a:extLst>
          </p:cNvPr>
          <p:cNvSpPr>
            <a:spLocks noChangeArrowheads="1"/>
          </p:cNvSpPr>
          <p:nvPr/>
        </p:nvSpPr>
        <p:spPr bwMode="auto">
          <a:xfrm>
            <a:off x="2000250" y="41006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4" name="Rectangle 3">
            <a:extLst>
              <a:ext uri="{FF2B5EF4-FFF2-40B4-BE49-F238E27FC236}">
                <a16:creationId xmlns:a16="http://schemas.microsoft.com/office/drawing/2014/main" id="{26D2E38E-9ED3-45FA-8A2E-D4E46E48E3B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pic>
        <p:nvPicPr>
          <p:cNvPr id="5" name="Imagen 4">
            <a:extLst>
              <a:ext uri="{FF2B5EF4-FFF2-40B4-BE49-F238E27FC236}">
                <a16:creationId xmlns:a16="http://schemas.microsoft.com/office/drawing/2014/main" id="{B2B57D14-5D6F-4D76-BAB1-7EE86885FCD3}"/>
              </a:ext>
            </a:extLst>
          </p:cNvPr>
          <p:cNvPicPr>
            <a:picLocks noChangeAspect="1"/>
          </p:cNvPicPr>
          <p:nvPr/>
        </p:nvPicPr>
        <p:blipFill>
          <a:blip r:embed="rId3"/>
          <a:stretch>
            <a:fillRect/>
          </a:stretch>
        </p:blipFill>
        <p:spPr>
          <a:xfrm>
            <a:off x="700087" y="2955644"/>
            <a:ext cx="6200775" cy="2877084"/>
          </a:xfrm>
          <a:prstGeom prst="rect">
            <a:avLst/>
          </a:prstGeom>
        </p:spPr>
      </p:pic>
    </p:spTree>
    <p:extLst>
      <p:ext uri="{BB962C8B-B14F-4D97-AF65-F5344CB8AC3E}">
        <p14:creationId xmlns:p14="http://schemas.microsoft.com/office/powerpoint/2010/main" val="39187196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ESCRITORIO</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rgbClr val="FFFF00"/>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44</a:t>
            </a:fld>
            <a:endParaRPr/>
          </a:p>
        </p:txBody>
      </p:sp>
      <p:sp>
        <p:nvSpPr>
          <p:cNvPr id="3" name="Rectangle 5">
            <a:extLst>
              <a:ext uri="{FF2B5EF4-FFF2-40B4-BE49-F238E27FC236}">
                <a16:creationId xmlns:a16="http://schemas.microsoft.com/office/drawing/2014/main" id="{517A738A-4833-4A41-AF20-7C3D13F49EC6}"/>
              </a:ext>
            </a:extLst>
          </p:cNvPr>
          <p:cNvSpPr>
            <a:spLocks noChangeArrowheads="1"/>
          </p:cNvSpPr>
          <p:nvPr/>
        </p:nvSpPr>
        <p:spPr bwMode="auto">
          <a:xfrm>
            <a:off x="2000250" y="41006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4" name="Rectangle 3">
            <a:extLst>
              <a:ext uri="{FF2B5EF4-FFF2-40B4-BE49-F238E27FC236}">
                <a16:creationId xmlns:a16="http://schemas.microsoft.com/office/drawing/2014/main" id="{26D2E38E-9ED3-45FA-8A2E-D4E46E48E3B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pic>
        <p:nvPicPr>
          <p:cNvPr id="5" name="Imagen 4">
            <a:extLst>
              <a:ext uri="{FF2B5EF4-FFF2-40B4-BE49-F238E27FC236}">
                <a16:creationId xmlns:a16="http://schemas.microsoft.com/office/drawing/2014/main" id="{FB935692-46CD-4949-A99E-4B3095CD8B2E}"/>
              </a:ext>
            </a:extLst>
          </p:cNvPr>
          <p:cNvPicPr>
            <a:picLocks noChangeAspect="1"/>
          </p:cNvPicPr>
          <p:nvPr/>
        </p:nvPicPr>
        <p:blipFill>
          <a:blip r:embed="rId3"/>
          <a:stretch>
            <a:fillRect/>
          </a:stretch>
        </p:blipFill>
        <p:spPr>
          <a:xfrm>
            <a:off x="371475" y="2144892"/>
            <a:ext cx="8568504" cy="3911570"/>
          </a:xfrm>
          <a:prstGeom prst="rect">
            <a:avLst/>
          </a:prstGeom>
        </p:spPr>
      </p:pic>
    </p:spTree>
    <p:extLst>
      <p:ext uri="{BB962C8B-B14F-4D97-AF65-F5344CB8AC3E}">
        <p14:creationId xmlns:p14="http://schemas.microsoft.com/office/powerpoint/2010/main" val="9034340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ESCRITORIO</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rgbClr val="FFFF00"/>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45</a:t>
            </a:fld>
            <a:endParaRPr/>
          </a:p>
        </p:txBody>
      </p:sp>
      <p:sp>
        <p:nvSpPr>
          <p:cNvPr id="3" name="Rectangle 5">
            <a:extLst>
              <a:ext uri="{FF2B5EF4-FFF2-40B4-BE49-F238E27FC236}">
                <a16:creationId xmlns:a16="http://schemas.microsoft.com/office/drawing/2014/main" id="{517A738A-4833-4A41-AF20-7C3D13F49EC6}"/>
              </a:ext>
            </a:extLst>
          </p:cNvPr>
          <p:cNvSpPr>
            <a:spLocks noChangeArrowheads="1"/>
          </p:cNvSpPr>
          <p:nvPr/>
        </p:nvSpPr>
        <p:spPr bwMode="auto">
          <a:xfrm>
            <a:off x="2000250" y="41006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11" name="CuadroTexto 10">
            <a:extLst>
              <a:ext uri="{FF2B5EF4-FFF2-40B4-BE49-F238E27FC236}">
                <a16:creationId xmlns:a16="http://schemas.microsoft.com/office/drawing/2014/main" id="{DC5C8EC5-AFFC-4252-B3D0-7A838BD0E87B}"/>
              </a:ext>
            </a:extLst>
          </p:cNvPr>
          <p:cNvSpPr txBox="1"/>
          <p:nvPr/>
        </p:nvSpPr>
        <p:spPr>
          <a:xfrm>
            <a:off x="581192" y="1848308"/>
            <a:ext cx="6100762" cy="1139607"/>
          </a:xfrm>
          <a:prstGeom prst="rect">
            <a:avLst/>
          </a:prstGeom>
          <a:noFill/>
        </p:spPr>
        <p:txBody>
          <a:bodyPr wrap="square">
            <a:spAutoFit/>
          </a:bodyPr>
          <a:lstStyle/>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Evidencias de </a:t>
            </a:r>
            <a:r>
              <a:rPr lang="es-419" sz="1800" b="1" dirty="0" err="1">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Ejecucion</a:t>
            </a: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 - Cliente Escritorio</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A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continuacion</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se presentan los espacios reservados para las capturas de pantalla que evidencian la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ejecucion</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del Cliente Consola. Se recomienda insertar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imagenes</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que muestren:</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7170" name="Imagen 1099411779">
            <a:extLst>
              <a:ext uri="{FF2B5EF4-FFF2-40B4-BE49-F238E27FC236}">
                <a16:creationId xmlns:a16="http://schemas.microsoft.com/office/drawing/2014/main" id="{E573D0D1-B003-4B0A-B652-3DAC629B03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759" y="3005727"/>
            <a:ext cx="4046841" cy="2366373"/>
          </a:xfrm>
          <a:prstGeom prst="rect">
            <a:avLst/>
          </a:prstGeom>
          <a:noFill/>
          <a:extLst>
            <a:ext uri="{909E8E84-426E-40DD-AFC4-6F175D3DCCD1}">
              <a14:hiddenFill xmlns:a14="http://schemas.microsoft.com/office/drawing/2010/main">
                <a:solidFill>
                  <a:srgbClr val="FFFFFF"/>
                </a:solidFill>
              </a14:hiddenFill>
            </a:ext>
          </a:extLst>
        </p:spPr>
      </p:pic>
      <p:pic>
        <p:nvPicPr>
          <p:cNvPr id="7169" name="Imagen 1099411780">
            <a:extLst>
              <a:ext uri="{FF2B5EF4-FFF2-40B4-BE49-F238E27FC236}">
                <a16:creationId xmlns:a16="http://schemas.microsoft.com/office/drawing/2014/main" id="{ED120E7B-FFFB-4B67-BDB6-9750F827B1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9267" y="2987915"/>
            <a:ext cx="4439824" cy="260811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6D2E38E-9ED3-45FA-8A2E-D4E46E48E3B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Tree>
    <p:extLst>
      <p:ext uri="{BB962C8B-B14F-4D97-AF65-F5344CB8AC3E}">
        <p14:creationId xmlns:p14="http://schemas.microsoft.com/office/powerpoint/2010/main" val="30368561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37CFEA53-ADE8-2D33-1146-397DD4DC6DD9}"/>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FFE31B1-2192-1D0A-EFFA-8746AA55AE4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CLIENTE ESCRITORIO</a:t>
            </a:r>
            <a:endParaRPr lang="en-US" sz="18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26A4296-15DF-3F0B-02A8-55234AF728F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dirty="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rgbClr val="FFFF00"/>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D64A9D1-77D0-5451-DC1A-B7E34DD77FA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46</a:t>
            </a:fld>
            <a:endParaRPr/>
          </a:p>
        </p:txBody>
      </p:sp>
      <p:sp>
        <p:nvSpPr>
          <p:cNvPr id="3" name="Rectangle 5">
            <a:extLst>
              <a:ext uri="{FF2B5EF4-FFF2-40B4-BE49-F238E27FC236}">
                <a16:creationId xmlns:a16="http://schemas.microsoft.com/office/drawing/2014/main" id="{517A738A-4833-4A41-AF20-7C3D13F49EC6}"/>
              </a:ext>
            </a:extLst>
          </p:cNvPr>
          <p:cNvSpPr>
            <a:spLocks noChangeArrowheads="1"/>
          </p:cNvSpPr>
          <p:nvPr/>
        </p:nvSpPr>
        <p:spPr bwMode="auto">
          <a:xfrm>
            <a:off x="2000250" y="41006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11" name="CuadroTexto 10">
            <a:extLst>
              <a:ext uri="{FF2B5EF4-FFF2-40B4-BE49-F238E27FC236}">
                <a16:creationId xmlns:a16="http://schemas.microsoft.com/office/drawing/2014/main" id="{DC5C8EC5-AFFC-4252-B3D0-7A838BD0E87B}"/>
              </a:ext>
            </a:extLst>
          </p:cNvPr>
          <p:cNvSpPr txBox="1"/>
          <p:nvPr/>
        </p:nvSpPr>
        <p:spPr>
          <a:xfrm>
            <a:off x="581192" y="1848308"/>
            <a:ext cx="6100762" cy="1139607"/>
          </a:xfrm>
          <a:prstGeom prst="rect">
            <a:avLst/>
          </a:prstGeom>
          <a:noFill/>
        </p:spPr>
        <p:txBody>
          <a:bodyPr wrap="square">
            <a:spAutoFit/>
          </a:bodyPr>
          <a:lstStyle/>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Evidencias de </a:t>
            </a:r>
            <a:r>
              <a:rPr lang="es-419" sz="1800" b="1" dirty="0" err="1">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Ejecucion</a:t>
            </a: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 - Cliente Escritorio</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A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continuacion</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se presentan los espacios reservados para las capturas de pantalla que evidencian la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ejecucion</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del Cliente Consola. Se recomienda insertar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imagenes</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que muestren:</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4" name="Rectangle 3">
            <a:extLst>
              <a:ext uri="{FF2B5EF4-FFF2-40B4-BE49-F238E27FC236}">
                <a16:creationId xmlns:a16="http://schemas.microsoft.com/office/drawing/2014/main" id="{26D2E38E-9ED3-45FA-8A2E-D4E46E48E3B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pic>
        <p:nvPicPr>
          <p:cNvPr id="10" name="Imagen 9">
            <a:extLst>
              <a:ext uri="{FF2B5EF4-FFF2-40B4-BE49-F238E27FC236}">
                <a16:creationId xmlns:a16="http://schemas.microsoft.com/office/drawing/2014/main" id="{98E7CC5E-B74B-41FE-9675-5D7C8C2BD1D0}"/>
              </a:ext>
            </a:extLst>
          </p:cNvPr>
          <p:cNvPicPr/>
          <p:nvPr/>
        </p:nvPicPr>
        <p:blipFill>
          <a:blip r:embed="rId3"/>
          <a:stretch>
            <a:fillRect/>
          </a:stretch>
        </p:blipFill>
        <p:spPr>
          <a:xfrm>
            <a:off x="581192" y="3120267"/>
            <a:ext cx="3462171" cy="2366133"/>
          </a:xfrm>
          <a:prstGeom prst="rect">
            <a:avLst/>
          </a:prstGeom>
        </p:spPr>
      </p:pic>
      <p:pic>
        <p:nvPicPr>
          <p:cNvPr id="12" name="Imagen 11">
            <a:extLst>
              <a:ext uri="{FF2B5EF4-FFF2-40B4-BE49-F238E27FC236}">
                <a16:creationId xmlns:a16="http://schemas.microsoft.com/office/drawing/2014/main" id="{908F35A1-2B33-45C0-95D3-1CCA0C6A7AC6}"/>
              </a:ext>
            </a:extLst>
          </p:cNvPr>
          <p:cNvPicPr/>
          <p:nvPr/>
        </p:nvPicPr>
        <p:blipFill>
          <a:blip r:embed="rId4"/>
          <a:stretch>
            <a:fillRect/>
          </a:stretch>
        </p:blipFill>
        <p:spPr>
          <a:xfrm>
            <a:off x="4858804" y="3656878"/>
            <a:ext cx="3462171" cy="2200998"/>
          </a:xfrm>
          <a:prstGeom prst="rect">
            <a:avLst/>
          </a:prstGeom>
        </p:spPr>
      </p:pic>
    </p:spTree>
    <p:extLst>
      <p:ext uri="{BB962C8B-B14F-4D97-AF65-F5344CB8AC3E}">
        <p14:creationId xmlns:p14="http://schemas.microsoft.com/office/powerpoint/2010/main" val="13094494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47</a:t>
            </a:fld>
            <a:endParaRPr/>
          </a:p>
        </p:txBody>
      </p:sp>
      <p:sp>
        <p:nvSpPr>
          <p:cNvPr id="2" name="Rectangle 3">
            <a:extLst>
              <a:ext uri="{FF2B5EF4-FFF2-40B4-BE49-F238E27FC236}">
                <a16:creationId xmlns:a16="http://schemas.microsoft.com/office/drawing/2014/main" id="{AC44B9BE-EBD7-434E-B711-441996A1E2F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5" name="Rectangle 4">
            <a:extLst>
              <a:ext uri="{FF2B5EF4-FFF2-40B4-BE49-F238E27FC236}">
                <a16:creationId xmlns:a16="http://schemas.microsoft.com/office/drawing/2014/main" id="{5D0DF843-620C-473C-80FE-F9BB547D97C7}"/>
              </a:ext>
            </a:extLst>
          </p:cNvPr>
          <p:cNvSpPr>
            <a:spLocks noChangeArrowheads="1"/>
          </p:cNvSpPr>
          <p:nvPr/>
        </p:nvSpPr>
        <p:spPr bwMode="auto">
          <a:xfrm>
            <a:off x="0" y="3181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8" name="Rectangle 5">
            <a:extLst>
              <a:ext uri="{FF2B5EF4-FFF2-40B4-BE49-F238E27FC236}">
                <a16:creationId xmlns:a16="http://schemas.microsoft.com/office/drawing/2014/main" id="{0DD39B70-9BE2-4D6D-A5E5-31F59F6E011A}"/>
              </a:ext>
            </a:extLst>
          </p:cNvPr>
          <p:cNvSpPr>
            <a:spLocks noChangeArrowheads="1"/>
          </p:cNvSpPr>
          <p:nvPr/>
        </p:nvSpPr>
        <p:spPr bwMode="auto">
          <a:xfrm>
            <a:off x="0" y="57816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r>
              <a:rPr kumimoji="0" lang="es-EC" altLang="es-EC" sz="1100" b="0" i="0" u="none" strike="noStrike" cap="none" normalizeH="0" baseline="0">
                <a:ln>
                  <a:noFill/>
                </a:ln>
                <a:solidFill>
                  <a:schemeClr val="tx1"/>
                </a:solidFill>
                <a:effectLst/>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sp>
        <p:nvSpPr>
          <p:cNvPr id="15" name="CuadroTexto 14">
            <a:extLst>
              <a:ext uri="{FF2B5EF4-FFF2-40B4-BE49-F238E27FC236}">
                <a16:creationId xmlns:a16="http://schemas.microsoft.com/office/drawing/2014/main" id="{4E4575BD-6873-41A0-93FB-CC256AC2D36A}"/>
              </a:ext>
            </a:extLst>
          </p:cNvPr>
          <p:cNvSpPr txBox="1"/>
          <p:nvPr/>
        </p:nvSpPr>
        <p:spPr>
          <a:xfrm>
            <a:off x="990601" y="2133689"/>
            <a:ext cx="6103256" cy="3647986"/>
          </a:xfrm>
          <a:prstGeom prst="rect">
            <a:avLst/>
          </a:prstGeom>
          <a:noFill/>
        </p:spPr>
        <p:txBody>
          <a:bodyPr wrap="square">
            <a:spAutoFit/>
          </a:bodyPr>
          <a:lstStyle/>
          <a:p>
            <a:pPr>
              <a:lnSpc>
                <a:spcPct val="115000"/>
              </a:lnSpc>
              <a:spcBef>
                <a:spcPts val="2400"/>
              </a:spcBef>
            </a:pPr>
            <a:r>
              <a:rPr lang="es-419" sz="1800" b="1" kern="0"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Cliente: Cliente Web</a:t>
            </a:r>
            <a:endParaRPr lang="es-EC" sz="1800" b="1" kern="0" dirty="0">
              <a:solidFill>
                <a:srgbClr val="365F91"/>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Descripción General</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Aplicación web empresarial desarrollada con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Jakarta</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EE 10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Servlets</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JSP, JSTL,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WebSocket</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Sigue una arquitectura MVC con 18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Servlets</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que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actuan</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como controladores, modelos POJO serializarles y vistas JSP con CSS/JS. Incluye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WebSocket</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en tiempo real para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actualizacion</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del mapa de asientos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AsientosHub</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 barrido cada 3 segundos),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mashup</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estilo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StubHub</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 vista de estadio, generación de comprobantes PDF con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PDFBox</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simulación de crédito vía AJAX, cache de catálogo de 60s y panel administrativo completo.</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Tecnologías Utilizadas</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JAKARTA EE 10, JAX-WS 4.0, JSTL 3.0, WEBSOCKET, PDFBOX, SERVLETS, JSP, MAVEN (WAR)</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0000796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48</a:t>
            </a:fld>
            <a:endParaRPr/>
          </a:p>
        </p:txBody>
      </p:sp>
      <p:sp>
        <p:nvSpPr>
          <p:cNvPr id="2" name="Rectangle 3">
            <a:extLst>
              <a:ext uri="{FF2B5EF4-FFF2-40B4-BE49-F238E27FC236}">
                <a16:creationId xmlns:a16="http://schemas.microsoft.com/office/drawing/2014/main" id="{AC44B9BE-EBD7-434E-B711-441996A1E2F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5" name="Rectangle 4">
            <a:extLst>
              <a:ext uri="{FF2B5EF4-FFF2-40B4-BE49-F238E27FC236}">
                <a16:creationId xmlns:a16="http://schemas.microsoft.com/office/drawing/2014/main" id="{5D0DF843-620C-473C-80FE-F9BB547D97C7}"/>
              </a:ext>
            </a:extLst>
          </p:cNvPr>
          <p:cNvSpPr>
            <a:spLocks noChangeArrowheads="1"/>
          </p:cNvSpPr>
          <p:nvPr/>
        </p:nvSpPr>
        <p:spPr bwMode="auto">
          <a:xfrm>
            <a:off x="0" y="3181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8" name="Rectangle 5">
            <a:extLst>
              <a:ext uri="{FF2B5EF4-FFF2-40B4-BE49-F238E27FC236}">
                <a16:creationId xmlns:a16="http://schemas.microsoft.com/office/drawing/2014/main" id="{0DD39B70-9BE2-4D6D-A5E5-31F59F6E011A}"/>
              </a:ext>
            </a:extLst>
          </p:cNvPr>
          <p:cNvSpPr>
            <a:spLocks noChangeArrowheads="1"/>
          </p:cNvSpPr>
          <p:nvPr/>
        </p:nvSpPr>
        <p:spPr bwMode="auto">
          <a:xfrm>
            <a:off x="0" y="57816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r>
              <a:rPr kumimoji="0" lang="es-EC" altLang="es-EC" sz="1100" b="0" i="0" u="none" strike="noStrike" cap="none" normalizeH="0" baseline="0">
                <a:ln>
                  <a:noFill/>
                </a:ln>
                <a:solidFill>
                  <a:schemeClr val="tx1"/>
                </a:solidFill>
                <a:effectLst/>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sp>
        <p:nvSpPr>
          <p:cNvPr id="10" name="CuadroTexto 9">
            <a:extLst>
              <a:ext uri="{FF2B5EF4-FFF2-40B4-BE49-F238E27FC236}">
                <a16:creationId xmlns:a16="http://schemas.microsoft.com/office/drawing/2014/main" id="{074C0383-DCC5-4A6B-8076-3DCA94F76321}"/>
              </a:ext>
            </a:extLst>
          </p:cNvPr>
          <p:cNvSpPr txBox="1"/>
          <p:nvPr/>
        </p:nvSpPr>
        <p:spPr>
          <a:xfrm>
            <a:off x="390161" y="1960912"/>
            <a:ext cx="7849580" cy="4676024"/>
          </a:xfrm>
          <a:prstGeom prst="rect">
            <a:avLst/>
          </a:prstGeom>
          <a:noFill/>
        </p:spPr>
        <p:txBody>
          <a:bodyPr wrap="square">
            <a:spAutoFit/>
          </a:bodyPr>
          <a:lstStyle/>
          <a:p>
            <a:pPr>
              <a:lnSpc>
                <a:spcPct val="115000"/>
              </a:lnSpc>
              <a:spcBef>
                <a:spcPts val="1000"/>
              </a:spcBef>
            </a:pPr>
            <a:r>
              <a:rPr lang="es-419" sz="12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Paso a Paso de Construcción</a:t>
            </a:r>
            <a:endParaRPr lang="es-EC" sz="12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200" dirty="0">
                <a:effectLst/>
                <a:latin typeface="Calibri" panose="020F0502020204030204" pitchFamily="34" charset="0"/>
                <a:ea typeface="MS Mincho" panose="02020609040205080304" pitchFamily="49" charset="-128"/>
                <a:cs typeface="Times New Roman" panose="02020603050405020304" pitchFamily="18" charset="0"/>
              </a:rPr>
              <a:t>Paso 1: Creación del proyecto Maven WAR con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Jakarta</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EE 10, JAX-WS 4.0, JSTL 3.0,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PDFBox</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y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WebSocket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a:t>
            </a:r>
            <a:endParaRPr lang="es-EC" sz="12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200" dirty="0">
                <a:effectLst/>
                <a:latin typeface="Calibri" panose="020F0502020204030204" pitchFamily="34" charset="0"/>
                <a:ea typeface="MS Mincho" panose="02020609040205080304" pitchFamily="49" charset="-128"/>
                <a:cs typeface="Times New Roman" panose="02020603050405020304" pitchFamily="18" charset="0"/>
              </a:rPr>
              <a:t>Paso 2: Configuración del descriptor web.xml con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Jakarta</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6.0,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sesiónes</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de 30 min y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servlets</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mapeados.</a:t>
            </a:r>
            <a:endParaRPr lang="es-EC" sz="12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200" dirty="0">
                <a:effectLst/>
                <a:latin typeface="Calibri" panose="020F0502020204030204" pitchFamily="34" charset="0"/>
                <a:ea typeface="MS Mincho" panose="02020609040205080304" pitchFamily="49" charset="-128"/>
                <a:cs typeface="Times New Roman" panose="02020603050405020304" pitchFamily="18" charset="0"/>
              </a:rPr>
              <a:t>Paso 3: Implementación de servicios base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WsFactory</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Sesión,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TicketController</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y configuración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ServidorConfig</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AppLifecycle</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a:t>
            </a:r>
            <a:endParaRPr lang="es-EC" sz="12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200" dirty="0">
                <a:effectLst/>
                <a:latin typeface="Calibri" panose="020F0502020204030204" pitchFamily="34" charset="0"/>
                <a:ea typeface="MS Mincho" panose="02020609040205080304" pitchFamily="49" charset="-128"/>
                <a:cs typeface="Times New Roman" panose="02020603050405020304" pitchFamily="18" charset="0"/>
              </a:rPr>
              <a:t>Paso 4: Creación del sistema de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WebSocket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en tiempo real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AsientosHub</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AsientosEndpoint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con barrido cada 3 segundos.</a:t>
            </a:r>
            <a:endParaRPr lang="es-EC" sz="12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200" dirty="0">
                <a:effectLst/>
                <a:latin typeface="Calibri" panose="020F0502020204030204" pitchFamily="34" charset="0"/>
                <a:ea typeface="MS Mincho" panose="02020609040205080304" pitchFamily="49" charset="-128"/>
                <a:cs typeface="Times New Roman" panose="02020603050405020304" pitchFamily="18" charset="0"/>
              </a:rPr>
              <a:t>Paso 5: Desarrollo de los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servlets</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de autenticación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LoginServlet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LogoutServlet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con sesión HTTP.</a:t>
            </a:r>
            <a:endParaRPr lang="es-EC" sz="12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200" dirty="0">
                <a:effectLst/>
                <a:latin typeface="Calibri" panose="020F0502020204030204" pitchFamily="34" charset="0"/>
                <a:ea typeface="MS Mincho" panose="02020609040205080304" pitchFamily="49" charset="-128"/>
                <a:cs typeface="Times New Roman" panose="02020603050405020304" pitchFamily="18" charset="0"/>
              </a:rPr>
              <a:t>Paso 6: Implementación del carrito de compras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HomeServlet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CarritoServlet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CheckoutServlet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con manejo de sesión.</a:t>
            </a:r>
            <a:endParaRPr lang="es-EC" sz="12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200" dirty="0">
                <a:effectLst/>
                <a:latin typeface="Calibri" panose="020F0502020204030204" pitchFamily="34" charset="0"/>
                <a:ea typeface="MS Mincho" panose="02020609040205080304" pitchFamily="49" charset="-128"/>
                <a:cs typeface="Times New Roman" panose="02020603050405020304" pitchFamily="18" charset="0"/>
              </a:rPr>
              <a:t>Paso 7: Creación del mapa de asientos interactivo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AsientosServlet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AsientosDataServlet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con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polling</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y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WebSocket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a:t>
            </a:r>
            <a:endParaRPr lang="es-EC" sz="12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200" dirty="0">
                <a:effectLst/>
                <a:latin typeface="Calibri" panose="020F0502020204030204" pitchFamily="34" charset="0"/>
                <a:ea typeface="MS Mincho" panose="02020609040205080304" pitchFamily="49" charset="-128"/>
                <a:cs typeface="Times New Roman" panose="02020603050405020304" pitchFamily="18" charset="0"/>
              </a:rPr>
              <a:t>Paso 8: Desarrollo de los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servlets</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AJAX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ReservarJsonServlet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LiberarJsonServlet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SimularCreditoServlet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a:t>
            </a:r>
            <a:endParaRPr lang="es-EC" sz="12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200" dirty="0">
                <a:effectLst/>
                <a:latin typeface="Calibri" panose="020F0502020204030204" pitchFamily="34" charset="0"/>
                <a:ea typeface="MS Mincho" panose="02020609040205080304" pitchFamily="49" charset="-128"/>
                <a:cs typeface="Times New Roman" panose="02020603050405020304" pitchFamily="18" charset="0"/>
              </a:rPr>
              <a:t>Paso 9: Implementación del historial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ComprasServlet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cuenta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CuentaServlet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y PDF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ComprobantePDFServlet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a:t>
            </a:r>
            <a:endParaRPr lang="es-EC" sz="12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200" dirty="0">
                <a:effectLst/>
                <a:latin typeface="Calibri" panose="020F0502020204030204" pitchFamily="34" charset="0"/>
                <a:ea typeface="MS Mincho" panose="02020609040205080304" pitchFamily="49" charset="-128"/>
                <a:cs typeface="Times New Roman" panose="02020603050405020304" pitchFamily="18" charset="0"/>
              </a:rPr>
              <a:t>Paso 10: Desarrollo del panel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admin</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AdminServlet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AdminPanelServlet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y vista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mashup</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MashupServlet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MashupDataServlet</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a:t>
            </a:r>
            <a:endParaRPr lang="es-EC" sz="12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200" dirty="0">
                <a:effectLst/>
                <a:latin typeface="Calibri" panose="020F0502020204030204" pitchFamily="34" charset="0"/>
                <a:ea typeface="MS Mincho" panose="02020609040205080304" pitchFamily="49" charset="-128"/>
                <a:cs typeface="Times New Roman" panose="02020603050405020304" pitchFamily="18" charset="0"/>
              </a:rPr>
              <a:t>Paso 11: Creación de las vistas JSP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login</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partidos, home, asientos, compras, cuenta,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admin</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mashup</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con CSS/JS.</a:t>
            </a:r>
            <a:endParaRPr lang="es-EC" sz="12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200" dirty="0">
                <a:effectLst/>
                <a:latin typeface="Calibri" panose="020F0502020204030204" pitchFamily="34" charset="0"/>
                <a:ea typeface="MS Mincho" panose="02020609040205080304" pitchFamily="49" charset="-128"/>
                <a:cs typeface="Times New Roman" panose="02020603050405020304" pitchFamily="18" charset="0"/>
              </a:rPr>
              <a:t>Paso 12: Pruebas de integración y despliegue en servidor de aplicaciones compatible con </a:t>
            </a:r>
            <a:r>
              <a:rPr lang="es-419" sz="1200" dirty="0" err="1">
                <a:effectLst/>
                <a:latin typeface="Calibri" panose="020F0502020204030204" pitchFamily="34" charset="0"/>
                <a:ea typeface="MS Mincho" panose="02020609040205080304" pitchFamily="49" charset="-128"/>
                <a:cs typeface="Times New Roman" panose="02020603050405020304" pitchFamily="18" charset="0"/>
              </a:rPr>
              <a:t>Jakarta</a:t>
            </a:r>
            <a:r>
              <a:rPr lang="es-419" sz="1200" dirty="0">
                <a:effectLst/>
                <a:latin typeface="Calibri" panose="020F0502020204030204" pitchFamily="34" charset="0"/>
                <a:ea typeface="MS Mincho" panose="02020609040205080304" pitchFamily="49" charset="-128"/>
                <a:cs typeface="Times New Roman" panose="02020603050405020304" pitchFamily="18" charset="0"/>
              </a:rPr>
              <a:t> EE 10.</a:t>
            </a:r>
            <a:endParaRPr lang="es-EC" sz="1200" dirty="0">
              <a:effectLst/>
              <a:latin typeface="Calibri" panose="020F050202020403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0840502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49</a:t>
            </a:fld>
            <a:endParaRPr/>
          </a:p>
        </p:txBody>
      </p:sp>
      <p:sp>
        <p:nvSpPr>
          <p:cNvPr id="2" name="Rectangle 3">
            <a:extLst>
              <a:ext uri="{FF2B5EF4-FFF2-40B4-BE49-F238E27FC236}">
                <a16:creationId xmlns:a16="http://schemas.microsoft.com/office/drawing/2014/main" id="{AC44B9BE-EBD7-434E-B711-441996A1E2F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5" name="Rectangle 4">
            <a:extLst>
              <a:ext uri="{FF2B5EF4-FFF2-40B4-BE49-F238E27FC236}">
                <a16:creationId xmlns:a16="http://schemas.microsoft.com/office/drawing/2014/main" id="{5D0DF843-620C-473C-80FE-F9BB547D97C7}"/>
              </a:ext>
            </a:extLst>
          </p:cNvPr>
          <p:cNvSpPr>
            <a:spLocks noChangeArrowheads="1"/>
          </p:cNvSpPr>
          <p:nvPr/>
        </p:nvSpPr>
        <p:spPr bwMode="auto">
          <a:xfrm>
            <a:off x="0" y="3181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8" name="Rectangle 5">
            <a:extLst>
              <a:ext uri="{FF2B5EF4-FFF2-40B4-BE49-F238E27FC236}">
                <a16:creationId xmlns:a16="http://schemas.microsoft.com/office/drawing/2014/main" id="{0DD39B70-9BE2-4D6D-A5E5-31F59F6E011A}"/>
              </a:ext>
            </a:extLst>
          </p:cNvPr>
          <p:cNvSpPr>
            <a:spLocks noChangeArrowheads="1"/>
          </p:cNvSpPr>
          <p:nvPr/>
        </p:nvSpPr>
        <p:spPr bwMode="auto">
          <a:xfrm>
            <a:off x="0" y="57816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r>
              <a:rPr kumimoji="0" lang="es-EC" altLang="es-EC" sz="1100" b="0" i="0" u="none" strike="noStrike" cap="none" normalizeH="0" baseline="0">
                <a:ln>
                  <a:noFill/>
                </a:ln>
                <a:solidFill>
                  <a:schemeClr val="tx1"/>
                </a:solidFill>
                <a:effectLst/>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pic>
        <p:nvPicPr>
          <p:cNvPr id="4" name="Imagen 3">
            <a:extLst>
              <a:ext uri="{FF2B5EF4-FFF2-40B4-BE49-F238E27FC236}">
                <a16:creationId xmlns:a16="http://schemas.microsoft.com/office/drawing/2014/main" id="{5E27ADE3-542A-40FB-A749-1D273DE1D80E}"/>
              </a:ext>
            </a:extLst>
          </p:cNvPr>
          <p:cNvPicPr>
            <a:picLocks noChangeAspect="1"/>
          </p:cNvPicPr>
          <p:nvPr/>
        </p:nvPicPr>
        <p:blipFill>
          <a:blip r:embed="rId3"/>
          <a:stretch>
            <a:fillRect/>
          </a:stretch>
        </p:blipFill>
        <p:spPr>
          <a:xfrm>
            <a:off x="690094" y="2209630"/>
            <a:ext cx="3780306" cy="2658676"/>
          </a:xfrm>
          <a:prstGeom prst="rect">
            <a:avLst/>
          </a:prstGeom>
        </p:spPr>
      </p:pic>
      <p:pic>
        <p:nvPicPr>
          <p:cNvPr id="7" name="Imagen 6">
            <a:extLst>
              <a:ext uri="{FF2B5EF4-FFF2-40B4-BE49-F238E27FC236}">
                <a16:creationId xmlns:a16="http://schemas.microsoft.com/office/drawing/2014/main" id="{6A0C54E2-00C0-4241-A388-DCEDBC5716D0}"/>
              </a:ext>
            </a:extLst>
          </p:cNvPr>
          <p:cNvPicPr>
            <a:picLocks noChangeAspect="1"/>
          </p:cNvPicPr>
          <p:nvPr/>
        </p:nvPicPr>
        <p:blipFill>
          <a:blip r:embed="rId4"/>
          <a:stretch>
            <a:fillRect/>
          </a:stretch>
        </p:blipFill>
        <p:spPr>
          <a:xfrm>
            <a:off x="4752787" y="2190249"/>
            <a:ext cx="2686425" cy="3591426"/>
          </a:xfrm>
          <a:prstGeom prst="rect">
            <a:avLst/>
          </a:prstGeom>
        </p:spPr>
      </p:pic>
    </p:spTree>
    <p:extLst>
      <p:ext uri="{BB962C8B-B14F-4D97-AF65-F5344CB8AC3E}">
        <p14:creationId xmlns:p14="http://schemas.microsoft.com/office/powerpoint/2010/main" val="3639414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50</a:t>
            </a:fld>
            <a:endParaRPr/>
          </a:p>
        </p:txBody>
      </p:sp>
      <p:sp>
        <p:nvSpPr>
          <p:cNvPr id="2" name="Rectangle 3">
            <a:extLst>
              <a:ext uri="{FF2B5EF4-FFF2-40B4-BE49-F238E27FC236}">
                <a16:creationId xmlns:a16="http://schemas.microsoft.com/office/drawing/2014/main" id="{AC44B9BE-EBD7-434E-B711-441996A1E2F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5" name="Rectangle 4">
            <a:extLst>
              <a:ext uri="{FF2B5EF4-FFF2-40B4-BE49-F238E27FC236}">
                <a16:creationId xmlns:a16="http://schemas.microsoft.com/office/drawing/2014/main" id="{5D0DF843-620C-473C-80FE-F9BB547D97C7}"/>
              </a:ext>
            </a:extLst>
          </p:cNvPr>
          <p:cNvSpPr>
            <a:spLocks noChangeArrowheads="1"/>
          </p:cNvSpPr>
          <p:nvPr/>
        </p:nvSpPr>
        <p:spPr bwMode="auto">
          <a:xfrm>
            <a:off x="0" y="3181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8" name="Rectangle 5">
            <a:extLst>
              <a:ext uri="{FF2B5EF4-FFF2-40B4-BE49-F238E27FC236}">
                <a16:creationId xmlns:a16="http://schemas.microsoft.com/office/drawing/2014/main" id="{0DD39B70-9BE2-4D6D-A5E5-31F59F6E011A}"/>
              </a:ext>
            </a:extLst>
          </p:cNvPr>
          <p:cNvSpPr>
            <a:spLocks noChangeArrowheads="1"/>
          </p:cNvSpPr>
          <p:nvPr/>
        </p:nvSpPr>
        <p:spPr bwMode="auto">
          <a:xfrm>
            <a:off x="0" y="57816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r>
              <a:rPr kumimoji="0" lang="es-EC" altLang="es-EC" sz="1100" b="0" i="0" u="none" strike="noStrike" cap="none" normalizeH="0" baseline="0">
                <a:ln>
                  <a:noFill/>
                </a:ln>
                <a:solidFill>
                  <a:schemeClr val="tx1"/>
                </a:solidFill>
                <a:effectLst/>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pic>
        <p:nvPicPr>
          <p:cNvPr id="4" name="Imagen 3">
            <a:extLst>
              <a:ext uri="{FF2B5EF4-FFF2-40B4-BE49-F238E27FC236}">
                <a16:creationId xmlns:a16="http://schemas.microsoft.com/office/drawing/2014/main" id="{FB15D612-B866-4A1C-9FDB-7A3E812ACE64}"/>
              </a:ext>
            </a:extLst>
          </p:cNvPr>
          <p:cNvPicPr>
            <a:picLocks noChangeAspect="1"/>
          </p:cNvPicPr>
          <p:nvPr/>
        </p:nvPicPr>
        <p:blipFill>
          <a:blip r:embed="rId3"/>
          <a:stretch>
            <a:fillRect/>
          </a:stretch>
        </p:blipFill>
        <p:spPr>
          <a:xfrm>
            <a:off x="324975" y="2299136"/>
            <a:ext cx="7929663" cy="4095540"/>
          </a:xfrm>
          <a:prstGeom prst="rect">
            <a:avLst/>
          </a:prstGeom>
        </p:spPr>
      </p:pic>
    </p:spTree>
    <p:extLst>
      <p:ext uri="{BB962C8B-B14F-4D97-AF65-F5344CB8AC3E}">
        <p14:creationId xmlns:p14="http://schemas.microsoft.com/office/powerpoint/2010/main" val="42496128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51</a:t>
            </a:fld>
            <a:endParaRPr/>
          </a:p>
        </p:txBody>
      </p:sp>
      <p:sp>
        <p:nvSpPr>
          <p:cNvPr id="2" name="Rectangle 3">
            <a:extLst>
              <a:ext uri="{FF2B5EF4-FFF2-40B4-BE49-F238E27FC236}">
                <a16:creationId xmlns:a16="http://schemas.microsoft.com/office/drawing/2014/main" id="{AC44B9BE-EBD7-434E-B711-441996A1E2F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5" name="Rectangle 4">
            <a:extLst>
              <a:ext uri="{FF2B5EF4-FFF2-40B4-BE49-F238E27FC236}">
                <a16:creationId xmlns:a16="http://schemas.microsoft.com/office/drawing/2014/main" id="{5D0DF843-620C-473C-80FE-F9BB547D97C7}"/>
              </a:ext>
            </a:extLst>
          </p:cNvPr>
          <p:cNvSpPr>
            <a:spLocks noChangeArrowheads="1"/>
          </p:cNvSpPr>
          <p:nvPr/>
        </p:nvSpPr>
        <p:spPr bwMode="auto">
          <a:xfrm>
            <a:off x="0" y="3181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8" name="Rectangle 5">
            <a:extLst>
              <a:ext uri="{FF2B5EF4-FFF2-40B4-BE49-F238E27FC236}">
                <a16:creationId xmlns:a16="http://schemas.microsoft.com/office/drawing/2014/main" id="{0DD39B70-9BE2-4D6D-A5E5-31F59F6E011A}"/>
              </a:ext>
            </a:extLst>
          </p:cNvPr>
          <p:cNvSpPr>
            <a:spLocks noChangeArrowheads="1"/>
          </p:cNvSpPr>
          <p:nvPr/>
        </p:nvSpPr>
        <p:spPr bwMode="auto">
          <a:xfrm>
            <a:off x="0" y="57816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r>
              <a:rPr kumimoji="0" lang="es-EC" altLang="es-EC" sz="1100" b="0" i="0" u="none" strike="noStrike" cap="none" normalizeH="0" baseline="0">
                <a:ln>
                  <a:noFill/>
                </a:ln>
                <a:solidFill>
                  <a:schemeClr val="tx1"/>
                </a:solidFill>
                <a:effectLst/>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pic>
        <p:nvPicPr>
          <p:cNvPr id="6" name="Imagen 5">
            <a:extLst>
              <a:ext uri="{FF2B5EF4-FFF2-40B4-BE49-F238E27FC236}">
                <a16:creationId xmlns:a16="http://schemas.microsoft.com/office/drawing/2014/main" id="{72995EC2-5AF4-42DB-BFD1-89910FD4542F}"/>
              </a:ext>
            </a:extLst>
          </p:cNvPr>
          <p:cNvPicPr>
            <a:picLocks noChangeAspect="1"/>
          </p:cNvPicPr>
          <p:nvPr/>
        </p:nvPicPr>
        <p:blipFill>
          <a:blip r:embed="rId3"/>
          <a:stretch>
            <a:fillRect/>
          </a:stretch>
        </p:blipFill>
        <p:spPr>
          <a:xfrm>
            <a:off x="1036481" y="2008083"/>
            <a:ext cx="6719662" cy="4211671"/>
          </a:xfrm>
          <a:prstGeom prst="rect">
            <a:avLst/>
          </a:prstGeom>
        </p:spPr>
      </p:pic>
    </p:spTree>
    <p:extLst>
      <p:ext uri="{BB962C8B-B14F-4D97-AF65-F5344CB8AC3E}">
        <p14:creationId xmlns:p14="http://schemas.microsoft.com/office/powerpoint/2010/main" val="13498566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52</a:t>
            </a:fld>
            <a:endParaRPr/>
          </a:p>
        </p:txBody>
      </p:sp>
      <p:sp>
        <p:nvSpPr>
          <p:cNvPr id="2" name="Rectangle 3">
            <a:extLst>
              <a:ext uri="{FF2B5EF4-FFF2-40B4-BE49-F238E27FC236}">
                <a16:creationId xmlns:a16="http://schemas.microsoft.com/office/drawing/2014/main" id="{AC44B9BE-EBD7-434E-B711-441996A1E2F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5" name="Rectangle 4">
            <a:extLst>
              <a:ext uri="{FF2B5EF4-FFF2-40B4-BE49-F238E27FC236}">
                <a16:creationId xmlns:a16="http://schemas.microsoft.com/office/drawing/2014/main" id="{5D0DF843-620C-473C-80FE-F9BB547D97C7}"/>
              </a:ext>
            </a:extLst>
          </p:cNvPr>
          <p:cNvSpPr>
            <a:spLocks noChangeArrowheads="1"/>
          </p:cNvSpPr>
          <p:nvPr/>
        </p:nvSpPr>
        <p:spPr bwMode="auto">
          <a:xfrm>
            <a:off x="0" y="3181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8" name="Rectangle 5">
            <a:extLst>
              <a:ext uri="{FF2B5EF4-FFF2-40B4-BE49-F238E27FC236}">
                <a16:creationId xmlns:a16="http://schemas.microsoft.com/office/drawing/2014/main" id="{0DD39B70-9BE2-4D6D-A5E5-31F59F6E011A}"/>
              </a:ext>
            </a:extLst>
          </p:cNvPr>
          <p:cNvSpPr>
            <a:spLocks noChangeArrowheads="1"/>
          </p:cNvSpPr>
          <p:nvPr/>
        </p:nvSpPr>
        <p:spPr bwMode="auto">
          <a:xfrm>
            <a:off x="0" y="57816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r>
              <a:rPr kumimoji="0" lang="es-EC" altLang="es-EC" sz="1100" b="0" i="0" u="none" strike="noStrike" cap="none" normalizeH="0" baseline="0">
                <a:ln>
                  <a:noFill/>
                </a:ln>
                <a:solidFill>
                  <a:schemeClr val="tx1"/>
                </a:solidFill>
                <a:effectLst/>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pic>
        <p:nvPicPr>
          <p:cNvPr id="6" name="Imagen 5">
            <a:extLst>
              <a:ext uri="{FF2B5EF4-FFF2-40B4-BE49-F238E27FC236}">
                <a16:creationId xmlns:a16="http://schemas.microsoft.com/office/drawing/2014/main" id="{C1E16CE0-69C5-421E-B932-6C86201F6CAD}"/>
              </a:ext>
            </a:extLst>
          </p:cNvPr>
          <p:cNvPicPr>
            <a:picLocks noChangeAspect="1"/>
          </p:cNvPicPr>
          <p:nvPr/>
        </p:nvPicPr>
        <p:blipFill>
          <a:blip r:embed="rId3"/>
          <a:stretch>
            <a:fillRect/>
          </a:stretch>
        </p:blipFill>
        <p:spPr>
          <a:xfrm>
            <a:off x="2168091" y="2359582"/>
            <a:ext cx="4711682" cy="3422093"/>
          </a:xfrm>
          <a:prstGeom prst="rect">
            <a:avLst/>
          </a:prstGeom>
        </p:spPr>
      </p:pic>
    </p:spTree>
    <p:extLst>
      <p:ext uri="{BB962C8B-B14F-4D97-AF65-F5344CB8AC3E}">
        <p14:creationId xmlns:p14="http://schemas.microsoft.com/office/powerpoint/2010/main" val="2558978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53</a:t>
            </a:fld>
            <a:endParaRPr/>
          </a:p>
        </p:txBody>
      </p:sp>
      <p:sp>
        <p:nvSpPr>
          <p:cNvPr id="2" name="Rectangle 3">
            <a:extLst>
              <a:ext uri="{FF2B5EF4-FFF2-40B4-BE49-F238E27FC236}">
                <a16:creationId xmlns:a16="http://schemas.microsoft.com/office/drawing/2014/main" id="{AC44B9BE-EBD7-434E-B711-441996A1E2F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5" name="Rectangle 4">
            <a:extLst>
              <a:ext uri="{FF2B5EF4-FFF2-40B4-BE49-F238E27FC236}">
                <a16:creationId xmlns:a16="http://schemas.microsoft.com/office/drawing/2014/main" id="{5D0DF843-620C-473C-80FE-F9BB547D97C7}"/>
              </a:ext>
            </a:extLst>
          </p:cNvPr>
          <p:cNvSpPr>
            <a:spLocks noChangeArrowheads="1"/>
          </p:cNvSpPr>
          <p:nvPr/>
        </p:nvSpPr>
        <p:spPr bwMode="auto">
          <a:xfrm>
            <a:off x="0" y="3181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8" name="Rectangle 5">
            <a:extLst>
              <a:ext uri="{FF2B5EF4-FFF2-40B4-BE49-F238E27FC236}">
                <a16:creationId xmlns:a16="http://schemas.microsoft.com/office/drawing/2014/main" id="{0DD39B70-9BE2-4D6D-A5E5-31F59F6E011A}"/>
              </a:ext>
            </a:extLst>
          </p:cNvPr>
          <p:cNvSpPr>
            <a:spLocks noChangeArrowheads="1"/>
          </p:cNvSpPr>
          <p:nvPr/>
        </p:nvSpPr>
        <p:spPr bwMode="auto">
          <a:xfrm>
            <a:off x="0" y="57816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r>
              <a:rPr kumimoji="0" lang="es-EC" altLang="es-EC" sz="1100" b="0" i="0" u="none" strike="noStrike" cap="none" normalizeH="0" baseline="0">
                <a:ln>
                  <a:noFill/>
                </a:ln>
                <a:solidFill>
                  <a:schemeClr val="tx1"/>
                </a:solidFill>
                <a:effectLst/>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pic>
        <p:nvPicPr>
          <p:cNvPr id="6" name="Imagen 5">
            <a:extLst>
              <a:ext uri="{FF2B5EF4-FFF2-40B4-BE49-F238E27FC236}">
                <a16:creationId xmlns:a16="http://schemas.microsoft.com/office/drawing/2014/main" id="{6521BCAF-A552-4CBB-8C98-C5DBD8093B15}"/>
              </a:ext>
            </a:extLst>
          </p:cNvPr>
          <p:cNvPicPr>
            <a:picLocks noChangeAspect="1"/>
          </p:cNvPicPr>
          <p:nvPr/>
        </p:nvPicPr>
        <p:blipFill>
          <a:blip r:embed="rId3"/>
          <a:stretch>
            <a:fillRect/>
          </a:stretch>
        </p:blipFill>
        <p:spPr>
          <a:xfrm>
            <a:off x="1305636" y="1861705"/>
            <a:ext cx="6068272" cy="4715533"/>
          </a:xfrm>
          <a:prstGeom prst="rect">
            <a:avLst/>
          </a:prstGeom>
        </p:spPr>
      </p:pic>
    </p:spTree>
    <p:extLst>
      <p:ext uri="{BB962C8B-B14F-4D97-AF65-F5344CB8AC3E}">
        <p14:creationId xmlns:p14="http://schemas.microsoft.com/office/powerpoint/2010/main" val="29788828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54</a:t>
            </a:fld>
            <a:endParaRPr/>
          </a:p>
        </p:txBody>
      </p:sp>
      <p:sp>
        <p:nvSpPr>
          <p:cNvPr id="2" name="Rectangle 3">
            <a:extLst>
              <a:ext uri="{FF2B5EF4-FFF2-40B4-BE49-F238E27FC236}">
                <a16:creationId xmlns:a16="http://schemas.microsoft.com/office/drawing/2014/main" id="{AC44B9BE-EBD7-434E-B711-441996A1E2F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5" name="Rectangle 4">
            <a:extLst>
              <a:ext uri="{FF2B5EF4-FFF2-40B4-BE49-F238E27FC236}">
                <a16:creationId xmlns:a16="http://schemas.microsoft.com/office/drawing/2014/main" id="{5D0DF843-620C-473C-80FE-F9BB547D97C7}"/>
              </a:ext>
            </a:extLst>
          </p:cNvPr>
          <p:cNvSpPr>
            <a:spLocks noChangeArrowheads="1"/>
          </p:cNvSpPr>
          <p:nvPr/>
        </p:nvSpPr>
        <p:spPr bwMode="auto">
          <a:xfrm>
            <a:off x="0" y="3181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8" name="Rectangle 5">
            <a:extLst>
              <a:ext uri="{FF2B5EF4-FFF2-40B4-BE49-F238E27FC236}">
                <a16:creationId xmlns:a16="http://schemas.microsoft.com/office/drawing/2014/main" id="{0DD39B70-9BE2-4D6D-A5E5-31F59F6E011A}"/>
              </a:ext>
            </a:extLst>
          </p:cNvPr>
          <p:cNvSpPr>
            <a:spLocks noChangeArrowheads="1"/>
          </p:cNvSpPr>
          <p:nvPr/>
        </p:nvSpPr>
        <p:spPr bwMode="auto">
          <a:xfrm>
            <a:off x="0" y="57816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r>
              <a:rPr kumimoji="0" lang="es-EC" altLang="es-EC" sz="1100" b="0" i="0" u="none" strike="noStrike" cap="none" normalizeH="0" baseline="0">
                <a:ln>
                  <a:noFill/>
                </a:ln>
                <a:solidFill>
                  <a:schemeClr val="tx1"/>
                </a:solidFill>
                <a:effectLst/>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sp>
        <p:nvSpPr>
          <p:cNvPr id="15" name="CuadroTexto 14">
            <a:extLst>
              <a:ext uri="{FF2B5EF4-FFF2-40B4-BE49-F238E27FC236}">
                <a16:creationId xmlns:a16="http://schemas.microsoft.com/office/drawing/2014/main" id="{4E4575BD-6873-41A0-93FB-CC256AC2D36A}"/>
              </a:ext>
            </a:extLst>
          </p:cNvPr>
          <p:cNvSpPr txBox="1"/>
          <p:nvPr/>
        </p:nvSpPr>
        <p:spPr>
          <a:xfrm>
            <a:off x="990601" y="2133689"/>
            <a:ext cx="6103256" cy="3647986"/>
          </a:xfrm>
          <a:prstGeom prst="rect">
            <a:avLst/>
          </a:prstGeom>
          <a:noFill/>
        </p:spPr>
        <p:txBody>
          <a:bodyPr wrap="square">
            <a:spAutoFit/>
          </a:bodyPr>
          <a:lstStyle/>
          <a:p>
            <a:pPr>
              <a:lnSpc>
                <a:spcPct val="115000"/>
              </a:lnSpc>
              <a:spcBef>
                <a:spcPts val="2400"/>
              </a:spcBef>
            </a:pPr>
            <a:r>
              <a:rPr lang="es-419" sz="1800" b="1" kern="0"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Cliente: Cliente Web</a:t>
            </a:r>
            <a:endParaRPr lang="es-EC" sz="1800" b="1" kern="0" dirty="0">
              <a:solidFill>
                <a:srgbClr val="365F91"/>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Descripción General</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Aplicación web empresarial desarrollada con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Jakarta</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EE 10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Servlets</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JSP, JSTL,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WebSocket</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Sigue una arquitectura MVC con 18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Servlets</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que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actuan</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como controladores, modelos POJO serializarles y vistas JSP con CSS/JS. Incluye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WebSocket</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en tiempo real para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actualizacion</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del mapa de asientos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AsientosHub</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 barrido cada 3 segundos),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mashup</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estilo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StubHub</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con vista de estadio, generación de comprobantes PDF con </a:t>
            </a:r>
            <a:r>
              <a:rPr lang="es-419" sz="1400" dirty="0" err="1">
                <a:effectLst/>
                <a:latin typeface="Calibri" panose="020F0502020204030204" pitchFamily="34" charset="0"/>
                <a:ea typeface="MS Mincho" panose="02020609040205080304" pitchFamily="49" charset="-128"/>
                <a:cs typeface="Times New Roman" panose="02020603050405020304" pitchFamily="18" charset="0"/>
              </a:rPr>
              <a:t>PDFBox</a:t>
            </a:r>
            <a:r>
              <a:rPr lang="es-419" sz="1400" dirty="0">
                <a:effectLst/>
                <a:latin typeface="Calibri" panose="020F0502020204030204" pitchFamily="34" charset="0"/>
                <a:ea typeface="MS Mincho" panose="02020609040205080304" pitchFamily="49" charset="-128"/>
                <a:cs typeface="Times New Roman" panose="02020603050405020304" pitchFamily="18" charset="0"/>
              </a:rPr>
              <a:t>, simulación de crédito vía AJAX, cache de catálogo de 60s y panel administrativo completo.</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Bef>
                <a:spcPts val="1000"/>
              </a:spcBef>
            </a:pPr>
            <a:r>
              <a:rPr lang="es-419" sz="1800" b="1" dirty="0">
                <a:solidFill>
                  <a:srgbClr val="1F497D"/>
                </a:solidFill>
                <a:effectLst/>
                <a:latin typeface="Calibri" panose="020F0502020204030204" pitchFamily="34" charset="0"/>
                <a:ea typeface="MS Gothic" panose="020B0609070205080204" pitchFamily="49" charset="-128"/>
                <a:cs typeface="Times New Roman" panose="02020603050405020304" pitchFamily="18" charset="0"/>
              </a:rPr>
              <a:t>Tecnologías Utilizadas</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419" sz="1400" dirty="0">
                <a:effectLst/>
                <a:latin typeface="Calibri" panose="020F0502020204030204" pitchFamily="34" charset="0"/>
                <a:ea typeface="MS Mincho" panose="02020609040205080304" pitchFamily="49" charset="-128"/>
                <a:cs typeface="Times New Roman" panose="02020603050405020304" pitchFamily="18" charset="0"/>
              </a:rPr>
              <a:t>JAKARTA EE 10, JAX-WS 4.0, JSTL 3.0, WEBSOCKET, PDFBOX, SERVLETS, JSP, MAVEN (WAR)</a:t>
            </a:r>
            <a:endParaRPr lang="es-EC" sz="1400" dirty="0">
              <a:effectLst/>
              <a:latin typeface="Calibri" panose="020F050202020403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4607739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55</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3074" name="Imagen 45">
            <a:extLst>
              <a:ext uri="{FF2B5EF4-FFF2-40B4-BE49-F238E27FC236}">
                <a16:creationId xmlns:a16="http://schemas.microsoft.com/office/drawing/2014/main" id="{5436339C-6A0A-4510-96C0-03E0B4C5F1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521" y="2233612"/>
            <a:ext cx="5610225" cy="2724150"/>
          </a:xfrm>
          <a:prstGeom prst="rect">
            <a:avLst/>
          </a:prstGeom>
          <a:noFill/>
          <a:extLst>
            <a:ext uri="{909E8E84-426E-40DD-AFC4-6F175D3DCCD1}">
              <a14:hiddenFill xmlns:a14="http://schemas.microsoft.com/office/drawing/2010/main">
                <a:solidFill>
                  <a:srgbClr val="FFFFFF"/>
                </a:solidFill>
              </a14:hiddenFill>
            </a:ext>
          </a:extLst>
        </p:spPr>
      </p:pic>
      <p:pic>
        <p:nvPicPr>
          <p:cNvPr id="3073" name="Imagen 46">
            <a:extLst>
              <a:ext uri="{FF2B5EF4-FFF2-40B4-BE49-F238E27FC236}">
                <a16:creationId xmlns:a16="http://schemas.microsoft.com/office/drawing/2014/main" id="{C9F307D2-25F6-4D38-800E-5F5E2D6BA5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0300" y="3811761"/>
            <a:ext cx="4914900" cy="227418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AC44B9BE-EBD7-434E-B711-441996A1E2F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5" name="Rectangle 4">
            <a:extLst>
              <a:ext uri="{FF2B5EF4-FFF2-40B4-BE49-F238E27FC236}">
                <a16:creationId xmlns:a16="http://schemas.microsoft.com/office/drawing/2014/main" id="{5D0DF843-620C-473C-80FE-F9BB547D97C7}"/>
              </a:ext>
            </a:extLst>
          </p:cNvPr>
          <p:cNvSpPr>
            <a:spLocks noChangeArrowheads="1"/>
          </p:cNvSpPr>
          <p:nvPr/>
        </p:nvSpPr>
        <p:spPr bwMode="auto">
          <a:xfrm>
            <a:off x="0" y="3181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8" name="Rectangle 5">
            <a:extLst>
              <a:ext uri="{FF2B5EF4-FFF2-40B4-BE49-F238E27FC236}">
                <a16:creationId xmlns:a16="http://schemas.microsoft.com/office/drawing/2014/main" id="{0DD39B70-9BE2-4D6D-A5E5-31F59F6E011A}"/>
              </a:ext>
            </a:extLst>
          </p:cNvPr>
          <p:cNvSpPr>
            <a:spLocks noChangeArrowheads="1"/>
          </p:cNvSpPr>
          <p:nvPr/>
        </p:nvSpPr>
        <p:spPr bwMode="auto">
          <a:xfrm>
            <a:off x="0" y="57816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r>
              <a:rPr kumimoji="0" lang="es-EC" altLang="es-EC" sz="1100" b="0" i="0" u="none" strike="noStrike" cap="none" normalizeH="0" baseline="0">
                <a:ln>
                  <a:noFill/>
                </a:ln>
                <a:solidFill>
                  <a:schemeClr val="tx1"/>
                </a:solidFill>
                <a:effectLst/>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166693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56</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AC44B9BE-EBD7-434E-B711-441996A1E2F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5" name="Rectangle 4">
            <a:extLst>
              <a:ext uri="{FF2B5EF4-FFF2-40B4-BE49-F238E27FC236}">
                <a16:creationId xmlns:a16="http://schemas.microsoft.com/office/drawing/2014/main" id="{5D0DF843-620C-473C-80FE-F9BB547D97C7}"/>
              </a:ext>
            </a:extLst>
          </p:cNvPr>
          <p:cNvSpPr>
            <a:spLocks noChangeArrowheads="1"/>
          </p:cNvSpPr>
          <p:nvPr/>
        </p:nvSpPr>
        <p:spPr bwMode="auto">
          <a:xfrm>
            <a:off x="0" y="3181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8" name="Rectangle 5">
            <a:extLst>
              <a:ext uri="{FF2B5EF4-FFF2-40B4-BE49-F238E27FC236}">
                <a16:creationId xmlns:a16="http://schemas.microsoft.com/office/drawing/2014/main" id="{0DD39B70-9BE2-4D6D-A5E5-31F59F6E011A}"/>
              </a:ext>
            </a:extLst>
          </p:cNvPr>
          <p:cNvSpPr>
            <a:spLocks noChangeArrowheads="1"/>
          </p:cNvSpPr>
          <p:nvPr/>
        </p:nvSpPr>
        <p:spPr bwMode="auto">
          <a:xfrm>
            <a:off x="0" y="57816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r>
              <a:rPr kumimoji="0" lang="es-EC" altLang="es-EC" sz="1100" b="0" i="0" u="none" strike="noStrike" cap="none" normalizeH="0" baseline="0">
                <a:ln>
                  <a:noFill/>
                </a:ln>
                <a:solidFill>
                  <a:schemeClr val="tx1"/>
                </a:solidFill>
                <a:effectLst/>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pic>
        <p:nvPicPr>
          <p:cNvPr id="4098" name="Imagen 47">
            <a:extLst>
              <a:ext uri="{FF2B5EF4-FFF2-40B4-BE49-F238E27FC236}">
                <a16:creationId xmlns:a16="http://schemas.microsoft.com/office/drawing/2014/main" id="{F794CEE1-0F3D-4CBC-933F-68D1326BA1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0" y="2366272"/>
            <a:ext cx="4591824" cy="2163605"/>
          </a:xfrm>
          <a:prstGeom prst="rect">
            <a:avLst/>
          </a:prstGeom>
          <a:noFill/>
          <a:extLst>
            <a:ext uri="{909E8E84-426E-40DD-AFC4-6F175D3DCCD1}">
              <a14:hiddenFill xmlns:a14="http://schemas.microsoft.com/office/drawing/2010/main">
                <a:solidFill>
                  <a:srgbClr val="FFFFFF"/>
                </a:solidFill>
              </a14:hiddenFill>
            </a:ext>
          </a:extLst>
        </p:spPr>
      </p:pic>
      <p:pic>
        <p:nvPicPr>
          <p:cNvPr id="4097" name="Imagen 48">
            <a:extLst>
              <a:ext uri="{FF2B5EF4-FFF2-40B4-BE49-F238E27FC236}">
                <a16:creationId xmlns:a16="http://schemas.microsoft.com/office/drawing/2014/main" id="{D4B58ED2-857E-4220-B791-36DA29E853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1316" y="4126715"/>
            <a:ext cx="3850217" cy="177501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A9B4857C-C090-45B9-B49D-27B92683B76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4" name="Rectangle 4">
            <a:extLst>
              <a:ext uri="{FF2B5EF4-FFF2-40B4-BE49-F238E27FC236}">
                <a16:creationId xmlns:a16="http://schemas.microsoft.com/office/drawing/2014/main" id="{DC369542-3247-4690-BEED-0921920438B3}"/>
              </a:ext>
            </a:extLst>
          </p:cNvPr>
          <p:cNvSpPr>
            <a:spLocks noChangeArrowheads="1"/>
          </p:cNvSpPr>
          <p:nvPr/>
        </p:nvSpPr>
        <p:spPr bwMode="auto">
          <a:xfrm>
            <a:off x="0" y="26479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3260B7B0-EA14-4C40-B54D-B12529C2F735}"/>
              </a:ext>
            </a:extLst>
          </p:cNvPr>
          <p:cNvSpPr>
            <a:spLocks noChangeArrowheads="1"/>
          </p:cNvSpPr>
          <p:nvPr/>
        </p:nvSpPr>
        <p:spPr bwMode="auto">
          <a:xfrm>
            <a:off x="0" y="52387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r>
              <a:rPr kumimoji="0" lang="es-EC" altLang="es-EC" sz="1100" b="0" i="0" u="none" strike="noStrike" cap="none" normalizeH="0" baseline="0">
                <a:ln>
                  <a:noFill/>
                </a:ln>
                <a:solidFill>
                  <a:schemeClr val="tx1"/>
                </a:solidFill>
                <a:effectLst/>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7021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57</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AC44B9BE-EBD7-434E-B711-441996A1E2F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5" name="Rectangle 4">
            <a:extLst>
              <a:ext uri="{FF2B5EF4-FFF2-40B4-BE49-F238E27FC236}">
                <a16:creationId xmlns:a16="http://schemas.microsoft.com/office/drawing/2014/main" id="{5D0DF843-620C-473C-80FE-F9BB547D97C7}"/>
              </a:ext>
            </a:extLst>
          </p:cNvPr>
          <p:cNvSpPr>
            <a:spLocks noChangeArrowheads="1"/>
          </p:cNvSpPr>
          <p:nvPr/>
        </p:nvSpPr>
        <p:spPr bwMode="auto">
          <a:xfrm>
            <a:off x="0" y="3181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8" name="Rectangle 5">
            <a:extLst>
              <a:ext uri="{FF2B5EF4-FFF2-40B4-BE49-F238E27FC236}">
                <a16:creationId xmlns:a16="http://schemas.microsoft.com/office/drawing/2014/main" id="{0DD39B70-9BE2-4D6D-A5E5-31F59F6E011A}"/>
              </a:ext>
            </a:extLst>
          </p:cNvPr>
          <p:cNvSpPr>
            <a:spLocks noChangeArrowheads="1"/>
          </p:cNvSpPr>
          <p:nvPr/>
        </p:nvSpPr>
        <p:spPr bwMode="auto">
          <a:xfrm>
            <a:off x="0" y="57816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r>
              <a:rPr kumimoji="0" lang="es-EC" altLang="es-EC" sz="1100" b="0" i="0" u="none" strike="noStrike" cap="none" normalizeH="0" baseline="0">
                <a:ln>
                  <a:noFill/>
                </a:ln>
                <a:solidFill>
                  <a:schemeClr val="tx1"/>
                </a:solidFill>
                <a:effectLst/>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5E273E4A-81E6-4B1E-90AA-755D19347CC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pic>
        <p:nvPicPr>
          <p:cNvPr id="5121" name="Imagen 49">
            <a:extLst>
              <a:ext uri="{FF2B5EF4-FFF2-40B4-BE49-F238E27FC236}">
                <a16:creationId xmlns:a16="http://schemas.microsoft.com/office/drawing/2014/main" id="{01BB6F64-549D-44FD-BFAF-BA2D503EF0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792" y="2790825"/>
            <a:ext cx="3866708" cy="279844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749F0FF-4FE2-4A0C-A1EA-4F12FAB4098F}"/>
              </a:ext>
            </a:extLst>
          </p:cNvPr>
          <p:cNvSpPr>
            <a:spLocks noChangeArrowheads="1"/>
          </p:cNvSpPr>
          <p:nvPr/>
        </p:nvSpPr>
        <p:spPr bwMode="auto">
          <a:xfrm>
            <a:off x="0" y="40671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r>
              <a:rPr kumimoji="0" lang="es-EC" altLang="es-EC" sz="1100" b="0" i="0" u="none" strike="noStrike" cap="none" normalizeH="0" baseline="0">
                <a:ln>
                  <a:noFill/>
                </a:ln>
                <a:solidFill>
                  <a:schemeClr val="tx1"/>
                </a:solidFill>
                <a:effectLst/>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pic>
        <p:nvPicPr>
          <p:cNvPr id="14" name="Imagen 13">
            <a:extLst>
              <a:ext uri="{FF2B5EF4-FFF2-40B4-BE49-F238E27FC236}">
                <a16:creationId xmlns:a16="http://schemas.microsoft.com/office/drawing/2014/main" id="{1617FD24-CAAB-4278-8182-0A4FA41F2768}"/>
              </a:ext>
            </a:extLst>
          </p:cNvPr>
          <p:cNvPicPr/>
          <p:nvPr/>
        </p:nvPicPr>
        <p:blipFill>
          <a:blip r:embed="rId4"/>
          <a:stretch>
            <a:fillRect/>
          </a:stretch>
        </p:blipFill>
        <p:spPr>
          <a:xfrm>
            <a:off x="4388294" y="2790825"/>
            <a:ext cx="4305935" cy="3189923"/>
          </a:xfrm>
          <a:prstGeom prst="rect">
            <a:avLst/>
          </a:prstGeom>
        </p:spPr>
      </p:pic>
    </p:spTree>
    <p:extLst>
      <p:ext uri="{BB962C8B-B14F-4D97-AF65-F5344CB8AC3E}">
        <p14:creationId xmlns:p14="http://schemas.microsoft.com/office/powerpoint/2010/main" val="10704506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29920" lvl="1" indent="-305435"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58</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effectLst/>
                <a:latin typeface="Calibri"/>
                <a:ea typeface="Times New Roman" panose="02020603050405020304" pitchFamily="18" charset="0"/>
                <a:cs typeface="Times New Roman"/>
              </a:rPr>
              <a:t>CREACIÓN </a:t>
            </a:r>
            <a:r>
              <a:rPr lang="es-EC" sz="1800" b="1">
                <a:solidFill>
                  <a:srgbClr val="243F60"/>
                </a:solidFill>
                <a:latin typeface="Calibri"/>
                <a:ea typeface="Times New Roman" panose="02020603050405020304" pitchFamily="18" charset="0"/>
                <a:cs typeface="Times New Roman"/>
              </a:rPr>
              <a:t>DEL PROYECTO</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8" name="Imagen 7" descr="Interfaz de usuario gráfica, Aplicación  Descripción generada automáticamente">
            <a:extLst>
              <a:ext uri="{FF2B5EF4-FFF2-40B4-BE49-F238E27FC236}">
                <a16:creationId xmlns:a16="http://schemas.microsoft.com/office/drawing/2014/main" id="{F3441DC7-384D-9B8D-7E27-64D8C8F9943D}"/>
              </a:ext>
            </a:extLst>
          </p:cNvPr>
          <p:cNvPicPr>
            <a:picLocks noChangeAspect="1"/>
          </p:cNvPicPr>
          <p:nvPr/>
        </p:nvPicPr>
        <p:blipFill>
          <a:blip r:embed="rId3"/>
          <a:stretch>
            <a:fillRect/>
          </a:stretch>
        </p:blipFill>
        <p:spPr>
          <a:xfrm>
            <a:off x="585919" y="2486612"/>
            <a:ext cx="5268630" cy="3899378"/>
          </a:xfrm>
          <a:prstGeom prst="rect">
            <a:avLst/>
          </a:prstGeom>
        </p:spPr>
      </p:pic>
      <p:sp>
        <p:nvSpPr>
          <p:cNvPr id="10" name="CuadroTexto 9">
            <a:extLst>
              <a:ext uri="{FF2B5EF4-FFF2-40B4-BE49-F238E27FC236}">
                <a16:creationId xmlns:a16="http://schemas.microsoft.com/office/drawing/2014/main" id="{1EB43A10-C47A-8DAD-830D-AA7DFBC8723A}"/>
              </a:ext>
            </a:extLst>
          </p:cNvPr>
          <p:cNvSpPr txBox="1"/>
          <p:nvPr/>
        </p:nvSpPr>
        <p:spPr>
          <a:xfrm>
            <a:off x="5856092" y="3711035"/>
            <a:ext cx="3054437" cy="646331"/>
          </a:xfrm>
          <a:prstGeom prst="rect">
            <a:avLst/>
          </a:prstGeom>
          <a:noFill/>
        </p:spPr>
        <p:txBody>
          <a:bodyPr wrap="square" lIns="91440" tIns="45720" rIns="91440" bIns="45720" anchor="t">
            <a:spAutoFit/>
          </a:bodyPr>
          <a:lstStyle/>
          <a:p>
            <a:pPr algn="just">
              <a:spcBef>
                <a:spcPts val="600"/>
              </a:spcBef>
              <a:spcAft>
                <a:spcPts val="1600"/>
              </a:spcAft>
            </a:pPr>
            <a:r>
              <a:rPr lang="es-EC" sz="1800">
                <a:solidFill>
                  <a:srgbClr val="548DD4"/>
                </a:solidFill>
                <a:latin typeface="Calibri"/>
                <a:ea typeface="Times New Roman" panose="02020603050405020304" pitchFamily="18" charset="0"/>
              </a:rPr>
              <a:t>Selección del tipo de proyecto </a:t>
            </a:r>
            <a:r>
              <a:rPr lang="es-EC" sz="1800" err="1">
                <a:solidFill>
                  <a:srgbClr val="548DD4"/>
                </a:solidFill>
                <a:latin typeface="Calibri"/>
                <a:ea typeface="Times New Roman" panose="02020603050405020304" pitchFamily="18" charset="0"/>
              </a:rPr>
              <a:t>Empty</a:t>
            </a:r>
            <a:r>
              <a:rPr lang="es-EC" sz="1800">
                <a:solidFill>
                  <a:srgbClr val="548DD4"/>
                </a:solidFill>
                <a:latin typeface="Calibri"/>
                <a:ea typeface="Times New Roman" panose="02020603050405020304" pitchFamily="18" charset="0"/>
              </a:rPr>
              <a:t> </a:t>
            </a:r>
            <a:r>
              <a:rPr lang="es-EC" sz="1800" err="1">
                <a:solidFill>
                  <a:srgbClr val="548DD4"/>
                </a:solidFill>
                <a:latin typeface="Calibri"/>
                <a:ea typeface="Times New Roman" panose="02020603050405020304" pitchFamily="18" charset="0"/>
              </a:rPr>
              <a:t>Views</a:t>
            </a:r>
            <a:r>
              <a:rPr lang="es-EC" sz="1800">
                <a:solidFill>
                  <a:srgbClr val="548DD4"/>
                </a:solidFill>
                <a:latin typeface="Calibri"/>
                <a:ea typeface="Times New Roman" panose="02020603050405020304" pitchFamily="18" charset="0"/>
              </a:rPr>
              <a:t> </a:t>
            </a:r>
            <a:r>
              <a:rPr lang="es-EC" sz="1800" err="1">
                <a:solidFill>
                  <a:srgbClr val="548DD4"/>
                </a:solidFill>
                <a:latin typeface="Calibri"/>
                <a:ea typeface="Times New Roman" panose="02020603050405020304" pitchFamily="18" charset="0"/>
              </a:rPr>
              <a:t>Activity</a:t>
            </a:r>
            <a:endParaRPr lang="es-EC" sz="1800" err="1">
              <a:solidFill>
                <a:srgbClr val="548DD4"/>
              </a:solidFill>
              <a:effectLst/>
              <a:latin typeface="Calibri"/>
              <a:ea typeface="Times New Roman" panose="02020603050405020304" pitchFamily="18" charset="0"/>
            </a:endParaRPr>
          </a:p>
        </p:txBody>
      </p:sp>
    </p:spTree>
    <p:extLst>
      <p:ext uri="{BB962C8B-B14F-4D97-AF65-F5344CB8AC3E}">
        <p14:creationId xmlns:p14="http://schemas.microsoft.com/office/powerpoint/2010/main" val="24571116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29920" lvl="1" indent="-305435"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59</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effectLst/>
                <a:latin typeface="Calibri"/>
                <a:ea typeface="Times New Roman" panose="02020603050405020304" pitchFamily="18" charset="0"/>
                <a:cs typeface="Times New Roman"/>
              </a:rPr>
              <a:t>CREACIÓN </a:t>
            </a:r>
            <a:r>
              <a:rPr lang="es-EC" sz="1800" b="1">
                <a:solidFill>
                  <a:srgbClr val="243F60"/>
                </a:solidFill>
                <a:latin typeface="Calibri"/>
                <a:ea typeface="Times New Roman" panose="02020603050405020304" pitchFamily="18" charset="0"/>
                <a:cs typeface="Times New Roman"/>
              </a:rPr>
              <a:t>DEL PROYECTO</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CuadroTexto 9">
            <a:extLst>
              <a:ext uri="{FF2B5EF4-FFF2-40B4-BE49-F238E27FC236}">
                <a16:creationId xmlns:a16="http://schemas.microsoft.com/office/drawing/2014/main" id="{1EB43A10-C47A-8DAD-830D-AA7DFBC8723A}"/>
              </a:ext>
            </a:extLst>
          </p:cNvPr>
          <p:cNvSpPr txBox="1"/>
          <p:nvPr/>
        </p:nvSpPr>
        <p:spPr>
          <a:xfrm>
            <a:off x="584722" y="2416679"/>
            <a:ext cx="3054437" cy="369332"/>
          </a:xfrm>
          <a:prstGeom prst="rect">
            <a:avLst/>
          </a:prstGeom>
          <a:noFill/>
        </p:spPr>
        <p:txBody>
          <a:bodyPr wrap="square" lIns="91440" tIns="45720" rIns="91440" bIns="45720" anchor="t">
            <a:spAutoFit/>
          </a:bodyPr>
          <a:lstStyle/>
          <a:p>
            <a:pPr algn="just">
              <a:spcBef>
                <a:spcPts val="600"/>
              </a:spcBef>
              <a:spcAft>
                <a:spcPts val="1600"/>
              </a:spcAft>
            </a:pPr>
            <a:r>
              <a:rPr lang="es-EC" sz="1800">
                <a:solidFill>
                  <a:srgbClr val="548DD4"/>
                </a:solidFill>
                <a:latin typeface="Calibri"/>
                <a:ea typeface="Times New Roman" panose="02020603050405020304" pitchFamily="18" charset="0"/>
              </a:rPr>
              <a:t>Creación de los paquetes</a:t>
            </a:r>
            <a:endParaRPr lang="es-EC" sz="1800">
              <a:solidFill>
                <a:srgbClr val="548DD4"/>
              </a:solidFill>
              <a:effectLst/>
              <a:latin typeface="Calibri"/>
              <a:ea typeface="Times New Roman" panose="02020603050405020304" pitchFamily="18" charset="0"/>
            </a:endParaRPr>
          </a:p>
        </p:txBody>
      </p:sp>
      <p:pic>
        <p:nvPicPr>
          <p:cNvPr id="2" name="Imagen 1" descr="Pantalla de computadora con letras  Descripción generada automáticamente">
            <a:extLst>
              <a:ext uri="{FF2B5EF4-FFF2-40B4-BE49-F238E27FC236}">
                <a16:creationId xmlns:a16="http://schemas.microsoft.com/office/drawing/2014/main" id="{CA6E0757-22A8-317D-F6F8-064E04DAE47F}"/>
              </a:ext>
            </a:extLst>
          </p:cNvPr>
          <p:cNvPicPr>
            <a:picLocks noChangeAspect="1"/>
          </p:cNvPicPr>
          <p:nvPr/>
        </p:nvPicPr>
        <p:blipFill>
          <a:blip r:embed="rId3"/>
          <a:stretch>
            <a:fillRect/>
          </a:stretch>
        </p:blipFill>
        <p:spPr>
          <a:xfrm>
            <a:off x="812170" y="2785280"/>
            <a:ext cx="2394429" cy="2498291"/>
          </a:xfrm>
          <a:prstGeom prst="rect">
            <a:avLst/>
          </a:prstGeom>
        </p:spPr>
      </p:pic>
      <p:pic>
        <p:nvPicPr>
          <p:cNvPr id="3" name="Imagen 2" descr="Interfaz de usuario gráfica, Texto  Descripción generada automáticamente">
            <a:extLst>
              <a:ext uri="{FF2B5EF4-FFF2-40B4-BE49-F238E27FC236}">
                <a16:creationId xmlns:a16="http://schemas.microsoft.com/office/drawing/2014/main" id="{56B5A2A1-6DA2-4752-812A-4DFEB252A272}"/>
              </a:ext>
            </a:extLst>
          </p:cNvPr>
          <p:cNvPicPr>
            <a:picLocks noChangeAspect="1"/>
          </p:cNvPicPr>
          <p:nvPr/>
        </p:nvPicPr>
        <p:blipFill>
          <a:blip r:embed="rId4"/>
          <a:stretch>
            <a:fillRect/>
          </a:stretch>
        </p:blipFill>
        <p:spPr>
          <a:xfrm>
            <a:off x="3644748" y="3328922"/>
            <a:ext cx="5048642" cy="1400567"/>
          </a:xfrm>
          <a:prstGeom prst="rect">
            <a:avLst/>
          </a:prstGeom>
        </p:spPr>
      </p:pic>
      <p:sp>
        <p:nvSpPr>
          <p:cNvPr id="4" name="CuadroTexto 3">
            <a:extLst>
              <a:ext uri="{FF2B5EF4-FFF2-40B4-BE49-F238E27FC236}">
                <a16:creationId xmlns:a16="http://schemas.microsoft.com/office/drawing/2014/main" id="{D1E5A8F9-C8F6-82EA-769F-6B2D1F99D861}"/>
              </a:ext>
            </a:extLst>
          </p:cNvPr>
          <p:cNvSpPr txBox="1"/>
          <p:nvPr/>
        </p:nvSpPr>
        <p:spPr>
          <a:xfrm>
            <a:off x="4415598" y="5276789"/>
            <a:ext cx="3054437" cy="646331"/>
          </a:xfrm>
          <a:prstGeom prst="rect">
            <a:avLst/>
          </a:prstGeom>
          <a:noFill/>
        </p:spPr>
        <p:txBody>
          <a:bodyPr wrap="square" lIns="91440" tIns="45720" rIns="91440" bIns="45720" anchor="t">
            <a:spAutoFit/>
          </a:bodyPr>
          <a:lstStyle/>
          <a:p>
            <a:pPr algn="just">
              <a:spcBef>
                <a:spcPts val="600"/>
              </a:spcBef>
              <a:spcAft>
                <a:spcPts val="1600"/>
              </a:spcAft>
            </a:pPr>
            <a:r>
              <a:rPr lang="es-EC" sz="1800">
                <a:solidFill>
                  <a:srgbClr val="548DD4"/>
                </a:solidFill>
                <a:latin typeface="Calibri"/>
                <a:ea typeface="Times New Roman" panose="02020603050405020304" pitchFamily="18" charset="0"/>
              </a:rPr>
              <a:t>Configuración para el acceso a internet</a:t>
            </a:r>
            <a:endParaRPr lang="es-EC" sz="1800">
              <a:solidFill>
                <a:srgbClr val="548DD4"/>
              </a:solidFill>
              <a:effectLst/>
              <a:latin typeface="Calibri"/>
              <a:ea typeface="Times New Roman" panose="02020603050405020304" pitchFamily="18" charset="0"/>
            </a:endParaRPr>
          </a:p>
        </p:txBody>
      </p:sp>
    </p:spTree>
    <p:extLst>
      <p:ext uri="{BB962C8B-B14F-4D97-AF65-F5344CB8AC3E}">
        <p14:creationId xmlns:p14="http://schemas.microsoft.com/office/powerpoint/2010/main" val="17670572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29920" lvl="1" indent="-305435"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60</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effectLst/>
                <a:latin typeface="Calibri"/>
                <a:ea typeface="Times New Roman" panose="02020603050405020304" pitchFamily="18" charset="0"/>
                <a:cs typeface="Times New Roman"/>
              </a:rPr>
              <a:t>CREACIÓN </a:t>
            </a:r>
            <a:r>
              <a:rPr lang="es-EC" sz="1800" b="1">
                <a:solidFill>
                  <a:srgbClr val="243F60"/>
                </a:solidFill>
                <a:latin typeface="Calibri"/>
                <a:ea typeface="Times New Roman" panose="02020603050405020304" pitchFamily="18" charset="0"/>
                <a:cs typeface="Times New Roman"/>
              </a:rPr>
              <a:t>DEL PROYECTO</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CuadroTexto 9">
            <a:extLst>
              <a:ext uri="{FF2B5EF4-FFF2-40B4-BE49-F238E27FC236}">
                <a16:creationId xmlns:a16="http://schemas.microsoft.com/office/drawing/2014/main" id="{1EB43A10-C47A-8DAD-830D-AA7DFBC8723A}"/>
              </a:ext>
            </a:extLst>
          </p:cNvPr>
          <p:cNvSpPr txBox="1"/>
          <p:nvPr/>
        </p:nvSpPr>
        <p:spPr>
          <a:xfrm>
            <a:off x="584722" y="2416679"/>
            <a:ext cx="3054437" cy="369332"/>
          </a:xfrm>
          <a:prstGeom prst="rect">
            <a:avLst/>
          </a:prstGeom>
          <a:noFill/>
        </p:spPr>
        <p:txBody>
          <a:bodyPr wrap="square" lIns="91440" tIns="45720" rIns="91440" bIns="45720" anchor="t">
            <a:spAutoFit/>
          </a:bodyPr>
          <a:lstStyle/>
          <a:p>
            <a:pPr algn="just">
              <a:spcBef>
                <a:spcPts val="600"/>
              </a:spcBef>
              <a:spcAft>
                <a:spcPts val="1600"/>
              </a:spcAft>
            </a:pPr>
            <a:r>
              <a:rPr lang="es-EC" sz="1800">
                <a:solidFill>
                  <a:srgbClr val="548DD4"/>
                </a:solidFill>
                <a:latin typeface="Calibri"/>
                <a:ea typeface="Times New Roman" panose="02020603050405020304" pitchFamily="18" charset="0"/>
              </a:rPr>
              <a:t>Creación de los paquetes</a:t>
            </a:r>
            <a:endParaRPr lang="es-EC" sz="1800">
              <a:solidFill>
                <a:srgbClr val="548DD4"/>
              </a:solidFill>
              <a:effectLst/>
              <a:latin typeface="Calibri"/>
              <a:ea typeface="Times New Roman" panose="02020603050405020304" pitchFamily="18" charset="0"/>
            </a:endParaRPr>
          </a:p>
        </p:txBody>
      </p:sp>
      <p:pic>
        <p:nvPicPr>
          <p:cNvPr id="5" name="Imagen 4" descr="Texto  Descripción generada automáticamente">
            <a:extLst>
              <a:ext uri="{FF2B5EF4-FFF2-40B4-BE49-F238E27FC236}">
                <a16:creationId xmlns:a16="http://schemas.microsoft.com/office/drawing/2014/main" id="{B6D19BFA-444F-059C-E7D1-4D2D789B39F7}"/>
              </a:ext>
            </a:extLst>
          </p:cNvPr>
          <p:cNvPicPr>
            <a:picLocks noChangeAspect="1"/>
          </p:cNvPicPr>
          <p:nvPr/>
        </p:nvPicPr>
        <p:blipFill>
          <a:blip r:embed="rId3"/>
          <a:stretch>
            <a:fillRect/>
          </a:stretch>
        </p:blipFill>
        <p:spPr>
          <a:xfrm>
            <a:off x="585919" y="2395211"/>
            <a:ext cx="5529589" cy="4155249"/>
          </a:xfrm>
          <a:prstGeom prst="rect">
            <a:avLst/>
          </a:prstGeom>
        </p:spPr>
      </p:pic>
    </p:spTree>
    <p:extLst>
      <p:ext uri="{BB962C8B-B14F-4D97-AF65-F5344CB8AC3E}">
        <p14:creationId xmlns:p14="http://schemas.microsoft.com/office/powerpoint/2010/main" val="4074882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29920" lvl="1" indent="-305435"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61</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latin typeface="Calibri"/>
                <a:ea typeface="Times New Roman" panose="02020603050405020304" pitchFamily="18" charset="0"/>
                <a:cs typeface="Times New Roman"/>
              </a:rPr>
              <a:t>CODIFICACIÓN CLASES</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CuadroTexto 9">
            <a:extLst>
              <a:ext uri="{FF2B5EF4-FFF2-40B4-BE49-F238E27FC236}">
                <a16:creationId xmlns:a16="http://schemas.microsoft.com/office/drawing/2014/main" id="{1EB43A10-C47A-8DAD-830D-AA7DFBC8723A}"/>
              </a:ext>
            </a:extLst>
          </p:cNvPr>
          <p:cNvSpPr txBox="1"/>
          <p:nvPr/>
        </p:nvSpPr>
        <p:spPr>
          <a:xfrm>
            <a:off x="584722" y="2416679"/>
            <a:ext cx="3054437" cy="369332"/>
          </a:xfrm>
          <a:prstGeom prst="rect">
            <a:avLst/>
          </a:prstGeom>
          <a:noFill/>
        </p:spPr>
        <p:txBody>
          <a:bodyPr wrap="square" lIns="91440" tIns="45720" rIns="91440" bIns="45720" anchor="t">
            <a:spAutoFit/>
          </a:bodyPr>
          <a:lstStyle/>
          <a:p>
            <a:pPr algn="just">
              <a:spcBef>
                <a:spcPts val="600"/>
              </a:spcBef>
              <a:spcAft>
                <a:spcPts val="1600"/>
              </a:spcAft>
            </a:pPr>
            <a:r>
              <a:rPr lang="es-EC" sz="1800">
                <a:solidFill>
                  <a:srgbClr val="548DD4"/>
                </a:solidFill>
                <a:latin typeface="Calibri"/>
              </a:rPr>
              <a:t>Clases modelo: PartidoFutbol, LocalidadPartido, Factura</a:t>
            </a:r>
          </a:p>
        </p:txBody>
      </p:sp>
      <p:pic>
        <p:nvPicPr>
          <p:cNvPr id="2" name="Imagen 1" descr="Texto  Descripción generada automáticamente">
            <a:extLst>
              <a:ext uri="{FF2B5EF4-FFF2-40B4-BE49-F238E27FC236}">
                <a16:creationId xmlns:a16="http://schemas.microsoft.com/office/drawing/2014/main" id="{93E11927-204B-80A7-4C38-E9D550DCFFAD}"/>
              </a:ext>
            </a:extLst>
          </p:cNvPr>
          <p:cNvPicPr>
            <a:picLocks noChangeAspect="1"/>
          </p:cNvPicPr>
          <p:nvPr/>
        </p:nvPicPr>
        <p:blipFill>
          <a:blip r:embed="rId3"/>
          <a:srcRect l="67" t="-1251" r="15137" b="299"/>
          <a:stretch/>
        </p:blipFill>
        <p:spPr>
          <a:xfrm>
            <a:off x="404979" y="2739526"/>
            <a:ext cx="3992052" cy="3516940"/>
          </a:xfrm>
          <a:prstGeom prst="rect">
            <a:avLst/>
          </a:prstGeom>
        </p:spPr>
      </p:pic>
      <p:pic>
        <p:nvPicPr>
          <p:cNvPr id="3" name="Imagen 2" descr="Texto  Descripción generada automáticamente">
            <a:extLst>
              <a:ext uri="{FF2B5EF4-FFF2-40B4-BE49-F238E27FC236}">
                <a16:creationId xmlns:a16="http://schemas.microsoft.com/office/drawing/2014/main" id="{A8BF5C14-95EE-35A6-24B3-D903B0D9420B}"/>
              </a:ext>
            </a:extLst>
          </p:cNvPr>
          <p:cNvPicPr>
            <a:picLocks noChangeAspect="1"/>
          </p:cNvPicPr>
          <p:nvPr/>
        </p:nvPicPr>
        <p:blipFill>
          <a:blip r:embed="rId4"/>
          <a:stretch>
            <a:fillRect/>
          </a:stretch>
        </p:blipFill>
        <p:spPr>
          <a:xfrm>
            <a:off x="4647808" y="2719975"/>
            <a:ext cx="4013288" cy="3683174"/>
          </a:xfrm>
          <a:prstGeom prst="rect">
            <a:avLst/>
          </a:prstGeom>
        </p:spPr>
      </p:pic>
    </p:spTree>
    <p:extLst>
      <p:ext uri="{BB962C8B-B14F-4D97-AF65-F5344CB8AC3E}">
        <p14:creationId xmlns:p14="http://schemas.microsoft.com/office/powerpoint/2010/main" val="35614480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29920" lvl="1" indent="-305435"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62</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latin typeface="Calibri"/>
                <a:ea typeface="Times New Roman" panose="02020603050405020304" pitchFamily="18" charset="0"/>
                <a:cs typeface="Times New Roman"/>
              </a:rPr>
              <a:t>CODIFICACIÓN CLASES</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CuadroTexto 9">
            <a:extLst>
              <a:ext uri="{FF2B5EF4-FFF2-40B4-BE49-F238E27FC236}">
                <a16:creationId xmlns:a16="http://schemas.microsoft.com/office/drawing/2014/main" id="{1EB43A10-C47A-8DAD-830D-AA7DFBC8723A}"/>
              </a:ext>
            </a:extLst>
          </p:cNvPr>
          <p:cNvSpPr txBox="1"/>
          <p:nvPr/>
        </p:nvSpPr>
        <p:spPr>
          <a:xfrm>
            <a:off x="584722" y="2416679"/>
            <a:ext cx="3054437" cy="369332"/>
          </a:xfrm>
          <a:prstGeom prst="rect">
            <a:avLst/>
          </a:prstGeom>
          <a:noFill/>
        </p:spPr>
        <p:txBody>
          <a:bodyPr wrap="square" lIns="91440" tIns="45720" rIns="91440" bIns="45720" anchor="t">
            <a:spAutoFit/>
          </a:bodyPr>
          <a:lstStyle/>
          <a:p>
            <a:pPr algn="just">
              <a:spcBef>
                <a:spcPts val="600"/>
              </a:spcBef>
              <a:spcAft>
                <a:spcPts val="1600"/>
              </a:spcAft>
            </a:pPr>
            <a:r>
              <a:rPr lang="es-EC" sz="1800">
                <a:solidFill>
                  <a:srgbClr val="548DD4"/>
                </a:solidFill>
                <a:latin typeface="Calibri"/>
              </a:rPr>
              <a:t>Clases modelo: PartidoFutbol, LocalidadPartido, Factura</a:t>
            </a:r>
          </a:p>
        </p:txBody>
      </p:sp>
      <p:pic>
        <p:nvPicPr>
          <p:cNvPr id="4" name="Imagen 3" descr="Texto  Descripción generada automáticamente">
            <a:extLst>
              <a:ext uri="{FF2B5EF4-FFF2-40B4-BE49-F238E27FC236}">
                <a16:creationId xmlns:a16="http://schemas.microsoft.com/office/drawing/2014/main" id="{DD949B5B-1956-EC80-A8F3-962B91CB9793}"/>
              </a:ext>
            </a:extLst>
          </p:cNvPr>
          <p:cNvPicPr>
            <a:picLocks noChangeAspect="1"/>
          </p:cNvPicPr>
          <p:nvPr/>
        </p:nvPicPr>
        <p:blipFill>
          <a:blip r:embed="rId3"/>
          <a:srcRect l="-56" t="-332" r="16274" b="-277"/>
          <a:stretch/>
        </p:blipFill>
        <p:spPr>
          <a:xfrm>
            <a:off x="582312" y="2725005"/>
            <a:ext cx="3716429" cy="3796330"/>
          </a:xfrm>
          <a:prstGeom prst="rect">
            <a:avLst/>
          </a:prstGeom>
        </p:spPr>
      </p:pic>
      <p:pic>
        <p:nvPicPr>
          <p:cNvPr id="5" name="Imagen 4" descr="Texto  Descripción generada automáticamente">
            <a:extLst>
              <a:ext uri="{FF2B5EF4-FFF2-40B4-BE49-F238E27FC236}">
                <a16:creationId xmlns:a16="http://schemas.microsoft.com/office/drawing/2014/main" id="{0DE4B525-D681-07C8-2C1E-CF5F8629651B}"/>
              </a:ext>
            </a:extLst>
          </p:cNvPr>
          <p:cNvPicPr>
            <a:picLocks noChangeAspect="1"/>
          </p:cNvPicPr>
          <p:nvPr/>
        </p:nvPicPr>
        <p:blipFill>
          <a:blip r:embed="rId4"/>
          <a:srcRect t="51" r="37482" b="211"/>
          <a:stretch/>
        </p:blipFill>
        <p:spPr>
          <a:xfrm>
            <a:off x="4922925" y="2723872"/>
            <a:ext cx="3484863" cy="3803187"/>
          </a:xfrm>
          <a:prstGeom prst="rect">
            <a:avLst/>
          </a:prstGeom>
        </p:spPr>
      </p:pic>
    </p:spTree>
    <p:extLst>
      <p:ext uri="{BB962C8B-B14F-4D97-AF65-F5344CB8AC3E}">
        <p14:creationId xmlns:p14="http://schemas.microsoft.com/office/powerpoint/2010/main" val="3538030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29920" lvl="1" indent="-305435"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63</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latin typeface="Calibri"/>
                <a:ea typeface="Times New Roman" panose="02020603050405020304" pitchFamily="18" charset="0"/>
                <a:cs typeface="Times New Roman"/>
              </a:rPr>
              <a:t>CODIFICACIÓN CLASES</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2" name="Imagen 1" descr="Texto  Descripción generada automáticamente">
            <a:extLst>
              <a:ext uri="{FF2B5EF4-FFF2-40B4-BE49-F238E27FC236}">
                <a16:creationId xmlns:a16="http://schemas.microsoft.com/office/drawing/2014/main" id="{E3989A59-EB18-0484-CDDD-9233453D99FA}"/>
              </a:ext>
            </a:extLst>
          </p:cNvPr>
          <p:cNvPicPr>
            <a:picLocks noChangeAspect="1"/>
          </p:cNvPicPr>
          <p:nvPr/>
        </p:nvPicPr>
        <p:blipFill>
          <a:blip r:embed="rId3"/>
          <a:stretch>
            <a:fillRect/>
          </a:stretch>
        </p:blipFill>
        <p:spPr>
          <a:xfrm>
            <a:off x="1662830" y="2946357"/>
            <a:ext cx="6350696" cy="3219972"/>
          </a:xfrm>
          <a:prstGeom prst="rect">
            <a:avLst/>
          </a:prstGeom>
        </p:spPr>
      </p:pic>
    </p:spTree>
    <p:extLst>
      <p:ext uri="{BB962C8B-B14F-4D97-AF65-F5344CB8AC3E}">
        <p14:creationId xmlns:p14="http://schemas.microsoft.com/office/powerpoint/2010/main" val="14697994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29920" lvl="1" indent="-305435"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64</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latin typeface="Calibri"/>
                <a:ea typeface="Times New Roman" panose="02020603050405020304" pitchFamily="18" charset="0"/>
                <a:cs typeface="Times New Roman"/>
              </a:rPr>
              <a:t>CODIFICACIÓN CLASES</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3" name="Imagen 2" descr="Texto  Descripción generada automáticamente">
            <a:extLst>
              <a:ext uri="{FF2B5EF4-FFF2-40B4-BE49-F238E27FC236}">
                <a16:creationId xmlns:a16="http://schemas.microsoft.com/office/drawing/2014/main" id="{EF0E2A98-29C3-6C2B-8B77-E67C64397899}"/>
              </a:ext>
            </a:extLst>
          </p:cNvPr>
          <p:cNvPicPr>
            <a:picLocks noChangeAspect="1"/>
          </p:cNvPicPr>
          <p:nvPr/>
        </p:nvPicPr>
        <p:blipFill>
          <a:blip r:embed="rId3"/>
          <a:stretch>
            <a:fillRect/>
          </a:stretch>
        </p:blipFill>
        <p:spPr>
          <a:xfrm>
            <a:off x="1957844" y="3022491"/>
            <a:ext cx="5374449" cy="3025949"/>
          </a:xfrm>
          <a:prstGeom prst="rect">
            <a:avLst/>
          </a:prstGeom>
        </p:spPr>
      </p:pic>
    </p:spTree>
    <p:extLst>
      <p:ext uri="{BB962C8B-B14F-4D97-AF65-F5344CB8AC3E}">
        <p14:creationId xmlns:p14="http://schemas.microsoft.com/office/powerpoint/2010/main" val="11584346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29920" lvl="1" indent="-305435"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65</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latin typeface="Calibri"/>
                <a:ea typeface="Times New Roman" panose="02020603050405020304" pitchFamily="18" charset="0"/>
                <a:cs typeface="Times New Roman"/>
              </a:rPr>
              <a:t>CODIFICACIÓN CLASES</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2" name="Imagen 1" descr="Texto  Descripción generada automáticamente">
            <a:extLst>
              <a:ext uri="{FF2B5EF4-FFF2-40B4-BE49-F238E27FC236}">
                <a16:creationId xmlns:a16="http://schemas.microsoft.com/office/drawing/2014/main" id="{96891E73-10D2-60B1-6FCC-1411B6B71DE6}"/>
              </a:ext>
            </a:extLst>
          </p:cNvPr>
          <p:cNvPicPr>
            <a:picLocks noChangeAspect="1"/>
          </p:cNvPicPr>
          <p:nvPr/>
        </p:nvPicPr>
        <p:blipFill>
          <a:blip r:embed="rId3"/>
          <a:stretch>
            <a:fillRect/>
          </a:stretch>
        </p:blipFill>
        <p:spPr>
          <a:xfrm>
            <a:off x="2294416" y="2942768"/>
            <a:ext cx="3970621" cy="3174957"/>
          </a:xfrm>
          <a:prstGeom prst="rect">
            <a:avLst/>
          </a:prstGeom>
        </p:spPr>
      </p:pic>
    </p:spTree>
    <p:extLst>
      <p:ext uri="{BB962C8B-B14F-4D97-AF65-F5344CB8AC3E}">
        <p14:creationId xmlns:p14="http://schemas.microsoft.com/office/powerpoint/2010/main" val="2497998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29920" lvl="1" indent="-305435"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66</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latin typeface="Calibri"/>
                <a:ea typeface="Times New Roman" panose="02020603050405020304" pitchFamily="18" charset="0"/>
                <a:cs typeface="Times New Roman"/>
              </a:rPr>
              <a:t>CODIFICACIÓN CLASES</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3" name="Imagen 2" descr="Texto  Descripción generada automáticamente">
            <a:extLst>
              <a:ext uri="{FF2B5EF4-FFF2-40B4-BE49-F238E27FC236}">
                <a16:creationId xmlns:a16="http://schemas.microsoft.com/office/drawing/2014/main" id="{DF1AAA05-48D1-1821-D506-798C27498C75}"/>
              </a:ext>
            </a:extLst>
          </p:cNvPr>
          <p:cNvPicPr>
            <a:picLocks noChangeAspect="1"/>
          </p:cNvPicPr>
          <p:nvPr/>
        </p:nvPicPr>
        <p:blipFill>
          <a:blip r:embed="rId3"/>
          <a:stretch>
            <a:fillRect/>
          </a:stretch>
        </p:blipFill>
        <p:spPr>
          <a:xfrm>
            <a:off x="1699430" y="2827228"/>
            <a:ext cx="5901717" cy="3573050"/>
          </a:xfrm>
          <a:prstGeom prst="rect">
            <a:avLst/>
          </a:prstGeom>
        </p:spPr>
      </p:pic>
    </p:spTree>
    <p:extLst>
      <p:ext uri="{BB962C8B-B14F-4D97-AF65-F5344CB8AC3E}">
        <p14:creationId xmlns:p14="http://schemas.microsoft.com/office/powerpoint/2010/main" val="35847734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29920" lvl="1" indent="-305435"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67</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3213099" y="1431140"/>
            <a:ext cx="8475134" cy="392159"/>
          </a:xfrm>
          <a:prstGeom prst="rect">
            <a:avLst/>
          </a:prstGeom>
          <a:noFill/>
        </p:spPr>
        <p:txBody>
          <a:bodyPr wrap="square">
            <a:spAutoFit/>
          </a:bodyPr>
          <a:lstStyle/>
          <a:p>
            <a:pPr marL="0" marR="0" algn="just">
              <a:lnSpc>
                <a:spcPct val="115000"/>
              </a:lnSpc>
              <a:spcBef>
                <a:spcPts val="200"/>
              </a:spcBef>
            </a:pPr>
            <a:r>
              <a:rPr lang="es-EC" sz="1800" b="1" dirty="0">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dirty="0">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1026" name="Imagen 62">
            <a:extLst>
              <a:ext uri="{FF2B5EF4-FFF2-40B4-BE49-F238E27FC236}">
                <a16:creationId xmlns:a16="http://schemas.microsoft.com/office/drawing/2014/main" id="{E0606978-837C-4407-8912-E370DACA9D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866" y="2263332"/>
            <a:ext cx="2771775" cy="3476625"/>
          </a:xfrm>
          <a:prstGeom prst="rect">
            <a:avLst/>
          </a:prstGeom>
          <a:noFill/>
          <a:extLst>
            <a:ext uri="{909E8E84-426E-40DD-AFC4-6F175D3DCCD1}">
              <a14:hiddenFill xmlns:a14="http://schemas.microsoft.com/office/drawing/2010/main">
                <a:solidFill>
                  <a:srgbClr val="FFFFFF"/>
                </a:solidFill>
              </a14:hiddenFill>
            </a:ext>
          </a:extLst>
        </p:spPr>
      </p:pic>
      <p:pic>
        <p:nvPicPr>
          <p:cNvPr id="1025" name="Imagen 54">
            <a:extLst>
              <a:ext uri="{FF2B5EF4-FFF2-40B4-BE49-F238E27FC236}">
                <a16:creationId xmlns:a16="http://schemas.microsoft.com/office/drawing/2014/main" id="{2C67B21C-8310-4A95-812F-C86E7BE9BF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0900" y="2504519"/>
            <a:ext cx="2647950" cy="345757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9900F644-3C6E-4BA6-A1BE-DD0BB239A274}"/>
              </a:ext>
            </a:extLst>
          </p:cNvPr>
          <p:cNvSpPr>
            <a:spLocks noChangeArrowheads="1"/>
          </p:cNvSpPr>
          <p:nvPr/>
        </p:nvSpPr>
        <p:spPr bwMode="auto">
          <a:xfrm>
            <a:off x="2806700" y="-5048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5" name="Rectangle 4">
            <a:extLst>
              <a:ext uri="{FF2B5EF4-FFF2-40B4-BE49-F238E27FC236}">
                <a16:creationId xmlns:a16="http://schemas.microsoft.com/office/drawing/2014/main" id="{2330848B-96E1-4318-995B-D809AF7BA16E}"/>
              </a:ext>
            </a:extLst>
          </p:cNvPr>
          <p:cNvSpPr>
            <a:spLocks noChangeArrowheads="1"/>
          </p:cNvSpPr>
          <p:nvPr/>
        </p:nvSpPr>
        <p:spPr bwMode="auto">
          <a:xfrm>
            <a:off x="2806700" y="68865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256974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29920" lvl="1" indent="-305435"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68</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3213099" y="1431140"/>
            <a:ext cx="8475134" cy="392159"/>
          </a:xfrm>
          <a:prstGeom prst="rect">
            <a:avLst/>
          </a:prstGeom>
          <a:noFill/>
        </p:spPr>
        <p:txBody>
          <a:bodyPr wrap="square">
            <a:spAutoFit/>
          </a:bodyPr>
          <a:lstStyle/>
          <a:p>
            <a:pPr marL="0" marR="0" algn="just">
              <a:lnSpc>
                <a:spcPct val="115000"/>
              </a:lnSpc>
              <a:spcBef>
                <a:spcPts val="200"/>
              </a:spcBef>
            </a:pPr>
            <a:r>
              <a:rPr lang="es-EC" sz="1800" b="1" dirty="0">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dirty="0">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9900F644-3C6E-4BA6-A1BE-DD0BB239A274}"/>
              </a:ext>
            </a:extLst>
          </p:cNvPr>
          <p:cNvSpPr>
            <a:spLocks noChangeArrowheads="1"/>
          </p:cNvSpPr>
          <p:nvPr/>
        </p:nvSpPr>
        <p:spPr bwMode="auto">
          <a:xfrm>
            <a:off x="2806700" y="-5048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5" name="Rectangle 4">
            <a:extLst>
              <a:ext uri="{FF2B5EF4-FFF2-40B4-BE49-F238E27FC236}">
                <a16:creationId xmlns:a16="http://schemas.microsoft.com/office/drawing/2014/main" id="{2330848B-96E1-4318-995B-D809AF7BA16E}"/>
              </a:ext>
            </a:extLst>
          </p:cNvPr>
          <p:cNvSpPr>
            <a:spLocks noChangeArrowheads="1"/>
          </p:cNvSpPr>
          <p:nvPr/>
        </p:nvSpPr>
        <p:spPr bwMode="auto">
          <a:xfrm>
            <a:off x="2806700" y="68865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sz="11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endParaRPr kumimoji="0" lang="es-EC" altLang="es-EC" sz="1800" b="0" i="0" u="none" strike="noStrike" cap="none" normalizeH="0" baseline="0">
              <a:ln>
                <a:noFill/>
              </a:ln>
              <a:solidFill>
                <a:schemeClr val="tx1"/>
              </a:solidFill>
              <a:effectLst/>
              <a:latin typeface="Arial" panose="020B0604020202020204" pitchFamily="34" charset="0"/>
            </a:endParaRPr>
          </a:p>
        </p:txBody>
      </p:sp>
      <p:pic>
        <p:nvPicPr>
          <p:cNvPr id="2051" name="Imagen 53">
            <a:extLst>
              <a:ext uri="{FF2B5EF4-FFF2-40B4-BE49-F238E27FC236}">
                <a16:creationId xmlns:a16="http://schemas.microsoft.com/office/drawing/2014/main" id="{7745BA75-CA8D-4CA9-9C20-13E586AF7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675" y="2517332"/>
            <a:ext cx="2486025" cy="3228975"/>
          </a:xfrm>
          <a:prstGeom prst="rect">
            <a:avLst/>
          </a:prstGeom>
          <a:noFill/>
          <a:extLst>
            <a:ext uri="{909E8E84-426E-40DD-AFC4-6F175D3DCCD1}">
              <a14:hiddenFill xmlns:a14="http://schemas.microsoft.com/office/drawing/2010/main">
                <a:solidFill>
                  <a:srgbClr val="FFFFFF"/>
                </a:solidFill>
              </a14:hiddenFill>
            </a:ext>
          </a:extLst>
        </p:spPr>
      </p:pic>
      <p:pic>
        <p:nvPicPr>
          <p:cNvPr id="2050" name="Imagen 52">
            <a:extLst>
              <a:ext uri="{FF2B5EF4-FFF2-40B4-BE49-F238E27FC236}">
                <a16:creationId xmlns:a16="http://schemas.microsoft.com/office/drawing/2014/main" id="{8004E66B-E354-42C7-8402-EFC13E5FB0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6700" y="2517332"/>
            <a:ext cx="2590800" cy="3333750"/>
          </a:xfrm>
          <a:prstGeom prst="rect">
            <a:avLst/>
          </a:prstGeom>
          <a:noFill/>
          <a:extLst>
            <a:ext uri="{909E8E84-426E-40DD-AFC4-6F175D3DCCD1}">
              <a14:hiddenFill xmlns:a14="http://schemas.microsoft.com/office/drawing/2010/main">
                <a:solidFill>
                  <a:srgbClr val="FFFFFF"/>
                </a:solidFill>
              </a14:hiddenFill>
            </a:ext>
          </a:extLst>
        </p:spPr>
      </p:pic>
      <p:pic>
        <p:nvPicPr>
          <p:cNvPr id="2049" name="Imagen 51">
            <a:extLst>
              <a:ext uri="{FF2B5EF4-FFF2-40B4-BE49-F238E27FC236}">
                <a16:creationId xmlns:a16="http://schemas.microsoft.com/office/drawing/2014/main" id="{81259DC1-1D2E-42E0-9014-AC3D58CD30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2300" y="2444940"/>
            <a:ext cx="2743200" cy="35623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4">
            <a:extLst>
              <a:ext uri="{FF2B5EF4-FFF2-40B4-BE49-F238E27FC236}">
                <a16:creationId xmlns:a16="http://schemas.microsoft.com/office/drawing/2014/main" id="{71BCB8ED-E82B-4C21-8DFA-290433A2A6D2}"/>
              </a:ext>
            </a:extLst>
          </p:cNvPr>
          <p:cNvSpPr>
            <a:spLocks noChangeArrowheads="1"/>
          </p:cNvSpPr>
          <p:nvPr/>
        </p:nvSpPr>
        <p:spPr bwMode="auto">
          <a:xfrm>
            <a:off x="2552700" y="-26012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4" name="Rectangle 5">
            <a:extLst>
              <a:ext uri="{FF2B5EF4-FFF2-40B4-BE49-F238E27FC236}">
                <a16:creationId xmlns:a16="http://schemas.microsoft.com/office/drawing/2014/main" id="{FC67437A-3936-4B9A-A7D2-6156092B1400}"/>
              </a:ext>
            </a:extLst>
          </p:cNvPr>
          <p:cNvSpPr>
            <a:spLocks noChangeArrowheads="1"/>
          </p:cNvSpPr>
          <p:nvPr/>
        </p:nvSpPr>
        <p:spPr bwMode="auto">
          <a:xfrm>
            <a:off x="2552700" y="67598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7" name="Rectangle 6">
            <a:extLst>
              <a:ext uri="{FF2B5EF4-FFF2-40B4-BE49-F238E27FC236}">
                <a16:creationId xmlns:a16="http://schemas.microsoft.com/office/drawing/2014/main" id="{4515782D-1914-4E2B-AF89-797E4731BE4B}"/>
              </a:ext>
            </a:extLst>
          </p:cNvPr>
          <p:cNvSpPr>
            <a:spLocks noChangeArrowheads="1"/>
          </p:cNvSpPr>
          <p:nvPr/>
        </p:nvSpPr>
        <p:spPr bwMode="auto">
          <a:xfrm>
            <a:off x="2552700" y="1032215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Tree>
    <p:extLst>
      <p:ext uri="{BB962C8B-B14F-4D97-AF65-F5344CB8AC3E}">
        <p14:creationId xmlns:p14="http://schemas.microsoft.com/office/powerpoint/2010/main" val="16135166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063"/>
        <p:cNvGrpSpPr/>
        <p:nvPr/>
      </p:nvGrpSpPr>
      <p:grpSpPr>
        <a:xfrm>
          <a:off x="0" y="0"/>
          <a:ext cx="0" cy="0"/>
          <a:chOff x="0" y="0"/>
          <a:chExt cx="0" cy="0"/>
        </a:xfrm>
      </p:grpSpPr>
      <p:sp>
        <p:nvSpPr>
          <p:cNvPr id="2064" name="Google Shape;2064;p212"/>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5" name="Google Shape;2065;p212"/>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0" indent="-306000" algn="l" rtl="0">
              <a:lnSpc>
                <a:spcPct val="90000"/>
              </a:lnSpc>
              <a:spcBef>
                <a:spcPts val="0"/>
              </a:spcBef>
              <a:spcAft>
                <a:spcPts val="0"/>
              </a:spcAft>
              <a:buSzPts val="1104"/>
              <a:buChar char="◼"/>
            </a:pPr>
            <a:r>
              <a:rPr lang="es-ES" sz="650">
                <a:solidFill>
                  <a:schemeClr val="lt1"/>
                </a:solidFill>
              </a:rPr>
              <a:t>	INTRODUCCIÓN </a:t>
            </a:r>
            <a:endParaRPr lang="es-ES" sz="650"/>
          </a:p>
          <a:p>
            <a:pPr marL="630000" lvl="1" indent="-306000" algn="l" rtl="0">
              <a:lnSpc>
                <a:spcPct val="90000"/>
              </a:lnSpc>
              <a:spcBef>
                <a:spcPts val="800"/>
              </a:spcBef>
              <a:spcAft>
                <a:spcPts val="0"/>
              </a:spcAft>
              <a:buSzPts val="920"/>
              <a:buChar char="◼"/>
            </a:pPr>
            <a:r>
              <a:rPr lang="es-ES" sz="650">
                <a:solidFill>
                  <a:schemeClr val="lt1"/>
                </a:solidFill>
              </a:rPr>
              <a:t>OBJETIVO GENERAL</a:t>
            </a:r>
          </a:p>
          <a:p>
            <a:pPr marL="630000" lvl="1" indent="-306000" algn="l" rtl="0">
              <a:lnSpc>
                <a:spcPct val="90000"/>
              </a:lnSpc>
              <a:spcBef>
                <a:spcPts val="800"/>
              </a:spcBef>
              <a:spcAft>
                <a:spcPts val="0"/>
              </a:spcAft>
              <a:buSzPts val="920"/>
              <a:buChar char="◼"/>
            </a:pPr>
            <a:r>
              <a:rPr lang="es-ES" sz="650">
                <a:solidFill>
                  <a:schemeClr val="lt1"/>
                </a:solidFill>
              </a:rPr>
              <a:t>OBJETIVOS ESPECIFICOS.	</a:t>
            </a:r>
          </a:p>
          <a:p>
            <a:pPr marL="630000" lvl="1" indent="-306000" algn="l"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algn="l"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algn="l"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RETORNA LOS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RETORNA LOS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RETORNA EL DISPONIBILIDAD DE LOCALIDADES PARA UNA PERSONA EN BASE A SU CÉDULA.</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OTORGA EL CRÉDITO Y CREA LA REPORTE DE VENTAS EN BASE A LOS SIGUIENTES PARÁMETROS: CÉDULA, PRECIO DEL BOLETO, NÚMERO DE CUOTAS.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OTORGA EL CRÉDITO Y CREA LA REPORTE DE VENTAS EN BASE A LOS SIGUIENTES PARÁMETROS: CÉDULA, PRECIO DEL BOLETO, NÚMERO DE CUOTAS</a:t>
            </a:r>
          </a:p>
          <a:p>
            <a:pPr marL="630000" lvl="1" indent="-306000" algn="l" rtl="0">
              <a:lnSpc>
                <a:spcPct val="90000"/>
              </a:lnSpc>
              <a:spcBef>
                <a:spcPts val="800"/>
              </a:spcBef>
              <a:spcAft>
                <a:spcPts val="0"/>
              </a:spcAft>
              <a:buSzPts val="920"/>
              <a:buChar char="◼"/>
            </a:pPr>
            <a:r>
              <a:rPr lang="es-ES" sz="650">
                <a:solidFill>
                  <a:schemeClr val="bg1"/>
                </a:solidFill>
              </a:rPr>
              <a:t>IMPLEMENTACIÓN DE FUNCIONALIDAD PARA DAR MANTENIMIENTO A LOS CATÁLOGOS DE BOLETOS QUE SE ENCUENTRAN A LA VENTA.</a:t>
            </a:r>
          </a:p>
          <a:p>
            <a:pPr marL="630000" lvl="1" indent="-306000" algn="l" rtl="0">
              <a:lnSpc>
                <a:spcPct val="90000"/>
              </a:lnSpc>
              <a:spcBef>
                <a:spcPts val="800"/>
              </a:spcBef>
              <a:spcAft>
                <a:spcPts val="0"/>
              </a:spcAft>
              <a:buSzPts val="920"/>
              <a:buChar char="◼"/>
            </a:pPr>
            <a:r>
              <a:rPr lang="es-ES" sz="650">
                <a:solidFill>
                  <a:schemeClr val="bg1"/>
                </a:solidFill>
              </a:rPr>
              <a:t>IMPLEMENTACIÓN DE LA FUNCIONALIDAD DE FACTURACIÓN DE LA COMERCIALIZADORA DE BOLETOS. ESTA FUNCIONALIDAD CONTEMPLA: VENTA CON PAGO EN EFECTIVO Y VENTA CON CRÉDITO DIRECTO.</a:t>
            </a:r>
          </a:p>
          <a:p>
            <a:pPr marL="630000" lvl="1" indent="-306000" algn="l" rtl="0">
              <a:lnSpc>
                <a:spcPct val="90000"/>
              </a:lnSpc>
              <a:spcBef>
                <a:spcPts val="800"/>
              </a:spcBef>
              <a:spcAft>
                <a:spcPts val="0"/>
              </a:spcAft>
              <a:buSzPts val="920"/>
              <a:buChar char="◼"/>
            </a:pPr>
            <a:r>
              <a:rPr lang="es-ES" sz="650">
                <a:solidFill>
                  <a:schemeClr val="bg1"/>
                </a:solidFill>
              </a:rPr>
              <a:t>IMPLEMENTACIÓN DE SERVICIO SOA QUE RETORNA LA REPORTE DE VENTAS PARA UN CRÉDITO OTORGADO.</a:t>
            </a:r>
          </a:p>
          <a:p>
            <a:pPr marL="630000" lvl="1" indent="-306000" algn="l" rtl="0">
              <a:lnSpc>
                <a:spcPct val="90000"/>
              </a:lnSpc>
              <a:spcBef>
                <a:spcPts val="800"/>
              </a:spcBef>
              <a:spcAft>
                <a:spcPts val="0"/>
              </a:spcAft>
              <a:buSzPts val="920"/>
              <a:buChar char="◼"/>
            </a:pPr>
            <a:r>
              <a:rPr lang="es-ES" sz="650">
                <a:solidFill>
                  <a:schemeClr val="bg1"/>
                </a:solidFill>
              </a:rPr>
              <a:t>IMPLEMENTACIÓN DE SERVICIO SOA QUE RETORNA LA REPORTE DE VENTAS PARA UN CRÉDITO OTORGADO.</a:t>
            </a:r>
          </a:p>
          <a:p>
            <a:pPr marL="630000" lvl="1" indent="-306000" algn="l" rtl="0">
              <a:lnSpc>
                <a:spcPct val="90000"/>
              </a:lnSpc>
              <a:spcBef>
                <a:spcPts val="800"/>
              </a:spcBef>
              <a:spcAft>
                <a:spcPts val="0"/>
              </a:spcAft>
              <a:buSzPts val="920"/>
              <a:buChar char="◼"/>
            </a:pPr>
            <a:r>
              <a:rPr lang="es-ES" sz="650">
                <a:solidFill>
                  <a:schemeClr val="bg1"/>
                </a:solidFill>
              </a:rPr>
              <a:t>IMPLEMENTACIÓN DE SERVICIO SOA QUE RETORNA LA REPORTE DE VENTAS PARA UN CRÉDITO OTORGADO</a:t>
            </a:r>
          </a:p>
          <a:p>
            <a:pPr marL="630000" lvl="1" indent="-306000" algn="l" rtl="0">
              <a:lnSpc>
                <a:spcPct val="90000"/>
              </a:lnSpc>
              <a:spcBef>
                <a:spcPts val="800"/>
              </a:spcBef>
              <a:spcAft>
                <a:spcPts val="0"/>
              </a:spcAft>
              <a:buSzPts val="920"/>
              <a:buChar char="◼"/>
            </a:pPr>
            <a:r>
              <a:rPr lang="es-ES" sz="650">
                <a:solidFill>
                  <a:schemeClr val="bg1"/>
                </a:solidFill>
              </a:rPr>
              <a:t>DIAGRAMA DE ARQUITECTURA DEL SISTEMA TICKETPREMIUM</a:t>
            </a:r>
          </a:p>
          <a:p>
            <a:pPr marL="630000" lvl="1" indent="-306000" algn="l" rtl="0">
              <a:lnSpc>
                <a:spcPct val="90000"/>
              </a:lnSpc>
              <a:spcBef>
                <a:spcPts val="800"/>
              </a:spcBef>
              <a:spcAft>
                <a:spcPts val="0"/>
              </a:spcAft>
              <a:buSzPts val="920"/>
              <a:buChar char="◼"/>
            </a:pPr>
            <a:r>
              <a:rPr lang="es-ES" sz="650">
                <a:solidFill>
                  <a:srgbClr val="FFFF00"/>
                </a:solidFill>
              </a:rPr>
              <a:t>CONCLUSIONES</a:t>
            </a:r>
          </a:p>
          <a:p>
            <a:pPr marL="630000" lvl="1" indent="-306000" algn="l"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69</a:t>
            </a:fld>
            <a:endParaRPr/>
          </a:p>
        </p:txBody>
      </p:sp>
      <p:sp>
        <p:nvSpPr>
          <p:cNvPr id="3" name="CuadroTexto 2">
            <a:extLst>
              <a:ext uri="{FF2B5EF4-FFF2-40B4-BE49-F238E27FC236}">
                <a16:creationId xmlns:a16="http://schemas.microsoft.com/office/drawing/2014/main" id="{BCD65F1E-CE79-4190-7C86-01001B9CEEF7}"/>
              </a:ext>
            </a:extLst>
          </p:cNvPr>
          <p:cNvSpPr txBox="1"/>
          <p:nvPr/>
        </p:nvSpPr>
        <p:spPr>
          <a:xfrm>
            <a:off x="581192" y="2022078"/>
            <a:ext cx="8069032" cy="644087"/>
          </a:xfrm>
          <a:prstGeom prst="rect">
            <a:avLst/>
          </a:prstGeom>
          <a:noFill/>
        </p:spPr>
        <p:txBody>
          <a:bodyPr wrap="square">
            <a:spAutoFit/>
          </a:bodyPr>
          <a:lstStyle/>
          <a:p>
            <a:pPr>
              <a:lnSpc>
                <a:spcPct val="115000"/>
              </a:lnSpc>
              <a:spcBef>
                <a:spcPts val="1200"/>
              </a:spcBef>
            </a:pPr>
            <a:r>
              <a:rPr lang="es-EC" sz="1800" b="1" ker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CONCLUSIONES</a:t>
            </a:r>
            <a:endParaRPr lang="en-US" sz="1800" b="1" ker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s-EC"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CuadroTexto 4">
            <a:extLst>
              <a:ext uri="{FF2B5EF4-FFF2-40B4-BE49-F238E27FC236}">
                <a16:creationId xmlns:a16="http://schemas.microsoft.com/office/drawing/2014/main" id="{0C2F1CEA-6CF0-D4A4-2ACB-0D66912333CE}"/>
              </a:ext>
            </a:extLst>
          </p:cNvPr>
          <p:cNvSpPr txBox="1"/>
          <p:nvPr/>
        </p:nvSpPr>
        <p:spPr>
          <a:xfrm>
            <a:off x="310498" y="2565400"/>
            <a:ext cx="8617602" cy="3419269"/>
          </a:xfrm>
          <a:prstGeom prst="rect">
            <a:avLst/>
          </a:prstGeom>
          <a:noFill/>
        </p:spPr>
        <p:txBody>
          <a:bodyPr wrap="square">
            <a:spAutoFit/>
          </a:bodyPr>
          <a:lstStyle/>
          <a:p>
            <a:pPr marR="0" lvl="0" algn="just">
              <a:lnSpc>
                <a:spcPct val="115000"/>
              </a:lnSpc>
              <a:spcBef>
                <a:spcPts val="600"/>
              </a:spcBef>
            </a:pPr>
            <a:r>
              <a:rPr lang="es-MX" sz="12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El proyecto </a:t>
            </a:r>
            <a:r>
              <a:rPr lang="es-MX" sz="1200" dirty="0" err="1">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TicketPremium</a:t>
            </a:r>
            <a:r>
              <a:rPr lang="es-MX" sz="12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evidenció la versatilidad y robustez de la arquitectura basada en servicios web SOAP para entornos distribuidos. La capacidad de que un único servidor central sea consumido por clientes de consola, escritorio, web y móvil sin modificar la lógica de negocio demuestra una adecuada separación entre la capa de servicios y la capa de presentación. Esto valida principios fundamentales de la ingeniería de software, como la reutilización de componentes, la interoperabilidad y la independencia tecnológica de los clientes.</a:t>
            </a:r>
          </a:p>
          <a:p>
            <a:pPr marR="0" lvl="0" algn="just">
              <a:lnSpc>
                <a:spcPct val="115000"/>
              </a:lnSpc>
              <a:spcBef>
                <a:spcPts val="600"/>
              </a:spcBef>
            </a:pPr>
            <a:r>
              <a:rPr lang="es-MX" sz="12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La implementación del patrón de diseño Modelo-Vista-Controlador (MVC) en todos los clientes permitió una clara separación de responsabilidades dentro de la aplicación. Gracias a esta arquitectura, la gestión de datos, la lógica de negocio y la interfaz de usuario permanecieron desacopladas, facilitando el mantenimiento, la escalabilidad y la incorporación de nuevas funcionalidades. Además, esta organización contribuyó a una mayor legibilidad del código y a una reducción de errores durante el proceso de desarrollo.</a:t>
            </a:r>
          </a:p>
          <a:p>
            <a:pPr marR="0" lvl="0" algn="just">
              <a:lnSpc>
                <a:spcPct val="115000"/>
              </a:lnSpc>
              <a:spcBef>
                <a:spcPts val="600"/>
              </a:spcBef>
            </a:pPr>
            <a:r>
              <a:rPr lang="es-MX" sz="12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La utilización de JAX-WS como implementación del estándar SOAP permitió una integración eficiente entre el servidor y los clientes desarrollados en Java. La generación automática de artefactos mediante la herramienta </a:t>
            </a:r>
            <a:r>
              <a:rPr lang="es-MX" sz="1200" dirty="0" err="1">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wsimport</a:t>
            </a:r>
            <a:r>
              <a:rPr lang="es-MX" sz="12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simplificó significativamente el consumo de los servicios web, reduciendo el tiempo de desarrollo y minimizando posibles errores asociados a la construcción manual de mensajes SOAP. Esto demostró la importancia de aprovechar herramientas de automatización para mejorar la productividad y la calidad del software.</a:t>
            </a:r>
          </a:p>
        </p:txBody>
      </p:sp>
    </p:spTree>
    <p:extLst>
      <p:ext uri="{BB962C8B-B14F-4D97-AF65-F5344CB8AC3E}">
        <p14:creationId xmlns:p14="http://schemas.microsoft.com/office/powerpoint/2010/main" val="31403334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063"/>
        <p:cNvGrpSpPr/>
        <p:nvPr/>
      </p:nvGrpSpPr>
      <p:grpSpPr>
        <a:xfrm>
          <a:off x="0" y="0"/>
          <a:ext cx="0" cy="0"/>
          <a:chOff x="0" y="0"/>
          <a:chExt cx="0" cy="0"/>
        </a:xfrm>
      </p:grpSpPr>
      <p:sp>
        <p:nvSpPr>
          <p:cNvPr id="2064" name="Google Shape;2064;p212"/>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dirty="0"/>
              <a:t>1	PRACTICA</a:t>
            </a:r>
            <a:endParaRPr dirty="0"/>
          </a:p>
        </p:txBody>
      </p:sp>
      <p:sp>
        <p:nvSpPr>
          <p:cNvPr id="2065" name="Google Shape;2065;p212"/>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0" indent="-306000" algn="l" rtl="0">
              <a:lnSpc>
                <a:spcPct val="90000"/>
              </a:lnSpc>
              <a:spcBef>
                <a:spcPts val="0"/>
              </a:spcBef>
              <a:spcAft>
                <a:spcPts val="0"/>
              </a:spcAft>
              <a:buSzPts val="1104"/>
              <a:buChar char="◼"/>
            </a:pPr>
            <a:r>
              <a:rPr lang="es-ES" sz="650">
                <a:solidFill>
                  <a:schemeClr val="lt1"/>
                </a:solidFill>
              </a:rPr>
              <a:t>	INTRODUCCIÓN </a:t>
            </a:r>
            <a:endParaRPr lang="es-ES" sz="650"/>
          </a:p>
          <a:p>
            <a:pPr marL="630000" lvl="1" indent="-306000" algn="l" rtl="0">
              <a:lnSpc>
                <a:spcPct val="90000"/>
              </a:lnSpc>
              <a:spcBef>
                <a:spcPts val="800"/>
              </a:spcBef>
              <a:spcAft>
                <a:spcPts val="0"/>
              </a:spcAft>
              <a:buSzPts val="920"/>
              <a:buChar char="◼"/>
            </a:pPr>
            <a:r>
              <a:rPr lang="es-ES" sz="650">
                <a:solidFill>
                  <a:schemeClr val="lt1"/>
                </a:solidFill>
              </a:rPr>
              <a:t>OBJETIVO GENERAL</a:t>
            </a:r>
          </a:p>
          <a:p>
            <a:pPr marL="630000" lvl="1" indent="-306000" algn="l" rtl="0">
              <a:lnSpc>
                <a:spcPct val="90000"/>
              </a:lnSpc>
              <a:spcBef>
                <a:spcPts val="800"/>
              </a:spcBef>
              <a:spcAft>
                <a:spcPts val="0"/>
              </a:spcAft>
              <a:buSzPts val="920"/>
              <a:buChar char="◼"/>
            </a:pPr>
            <a:r>
              <a:rPr lang="es-ES" sz="650">
                <a:solidFill>
                  <a:schemeClr val="lt1"/>
                </a:solidFill>
              </a:rPr>
              <a:t>OBJETIVOS ESPECIFICOS.	</a:t>
            </a:r>
          </a:p>
          <a:p>
            <a:pPr marL="630000" lvl="1" indent="-306000" algn="l" rtl="0">
              <a:lnSpc>
                <a:spcPct val="90000"/>
              </a:lnSpc>
              <a:spcBef>
                <a:spcPts val="800"/>
              </a:spcBef>
              <a:spcAft>
                <a:spcPts val="0"/>
              </a:spcAft>
              <a:buSzPts val="920"/>
              <a:buChar char="◼"/>
            </a:pPr>
            <a:r>
              <a:rPr lang="es-ES" sz="650">
                <a:solidFill>
                  <a:schemeClr val="bg1"/>
                </a:solidFill>
              </a:rPr>
              <a:t>DIAGRAMA DE CASOS DE USO DEL SISTEMA DE LA FEDERACIÓN DE FÚTBOL</a:t>
            </a:r>
          </a:p>
          <a:p>
            <a:pPr marL="630000" lvl="1" indent="-306000" algn="l" rtl="0">
              <a:lnSpc>
                <a:spcPct val="90000"/>
              </a:lnSpc>
              <a:spcBef>
                <a:spcPts val="800"/>
              </a:spcBef>
              <a:spcAft>
                <a:spcPts val="0"/>
              </a:spcAft>
              <a:buSzPts val="920"/>
              <a:buChar char="◼"/>
            </a:pPr>
            <a:r>
              <a:rPr lang="es-ES" sz="650">
                <a:solidFill>
                  <a:schemeClr val="bg1"/>
                </a:solidFill>
              </a:rPr>
              <a:t>DESCRIPCIÓN DEL CASO DE USO “DISPONIBILIDAD DE LOCALIDADES”</a:t>
            </a:r>
          </a:p>
          <a:p>
            <a:pPr marL="630000" lvl="1" indent="-306000" algn="l"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RETORNA LOS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RETORNA LOS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RETORNA EL DISPONIBILIDAD DE LOCALIDADES PARA UNA PERSONA EN BASE A SU CÉDULA.</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OTORGA EL CRÉDITO Y CREA LA REPORTE DE VENTAS EN BASE A LOS SIGUIENTES PARÁMETROS: CÉDULA, PRECIO DEL BOLETO, NÚMERO DE CUOTAS.</a:t>
            </a:r>
          </a:p>
          <a:p>
            <a:pPr marL="630000" lvl="1" indent="-306000" algn="l" rtl="0">
              <a:lnSpc>
                <a:spcPct val="90000"/>
              </a:lnSpc>
              <a:spcBef>
                <a:spcPts val="800"/>
              </a:spcBef>
              <a:spcAft>
                <a:spcPts val="0"/>
              </a:spcAft>
              <a:buSzPts val="920"/>
              <a:buChar char="◼"/>
            </a:pPr>
            <a:r>
              <a:rPr lang="es-ES" sz="650">
                <a:solidFill>
                  <a:schemeClr val="bg1"/>
                </a:solidFill>
              </a:rPr>
              <a:t>IMPLEMENTACIÓN DEL SERVICIO WEB QUE OTORGA EL CRÉDITO Y CREA LA REPORTE DE VENTAS EN BASE A LOS SIGUIENTES PARÁMETROS: CÉDULA, PRECIO DEL BOLETO, NÚMERO DE CUOTAS</a:t>
            </a:r>
          </a:p>
          <a:p>
            <a:pPr marL="630000" lvl="1" indent="-306000" algn="l" rtl="0">
              <a:lnSpc>
                <a:spcPct val="90000"/>
              </a:lnSpc>
              <a:spcBef>
                <a:spcPts val="800"/>
              </a:spcBef>
              <a:spcAft>
                <a:spcPts val="0"/>
              </a:spcAft>
              <a:buSzPts val="920"/>
              <a:buChar char="◼"/>
            </a:pPr>
            <a:r>
              <a:rPr lang="es-ES" sz="650">
                <a:solidFill>
                  <a:schemeClr val="bg1"/>
                </a:solidFill>
              </a:rPr>
              <a:t>IMPLEMENTACIÓN DE FUNCIONALIDAD PARA DAR MANTENIMIENTO A LOS CATÁLOGOS DE BOLETOS QUE SE ENCUENTRAN A LA VENTA.</a:t>
            </a:r>
          </a:p>
          <a:p>
            <a:pPr marL="630000" lvl="1" indent="-306000" algn="l" rtl="0">
              <a:lnSpc>
                <a:spcPct val="90000"/>
              </a:lnSpc>
              <a:spcBef>
                <a:spcPts val="800"/>
              </a:spcBef>
              <a:spcAft>
                <a:spcPts val="0"/>
              </a:spcAft>
              <a:buSzPts val="920"/>
              <a:buChar char="◼"/>
            </a:pPr>
            <a:r>
              <a:rPr lang="es-ES" sz="650">
                <a:solidFill>
                  <a:schemeClr val="bg1"/>
                </a:solidFill>
              </a:rPr>
              <a:t>IMPLEMENTACIÓN DE LA FUNCIONALIDAD DE FACTURACIÓN DE LA COMERCIALIZADORA DE BOLETOS. ESTA FUNCIONALIDAD CONTEMPLA: VENTA CON PAGO EN EFECTIVO Y VENTA CON CRÉDITO DIRECTO.</a:t>
            </a:r>
          </a:p>
          <a:p>
            <a:pPr marL="630000" lvl="1" indent="-306000" algn="l" rtl="0">
              <a:lnSpc>
                <a:spcPct val="90000"/>
              </a:lnSpc>
              <a:spcBef>
                <a:spcPts val="800"/>
              </a:spcBef>
              <a:spcAft>
                <a:spcPts val="0"/>
              </a:spcAft>
              <a:buSzPts val="920"/>
              <a:buChar char="◼"/>
            </a:pPr>
            <a:r>
              <a:rPr lang="es-ES" sz="650">
                <a:solidFill>
                  <a:schemeClr val="bg1"/>
                </a:solidFill>
              </a:rPr>
              <a:t>IMPLEMENTACIÓN DE SERVICIO SOA QUE RETORNA LA REPORTE DE VENTAS PARA UN CRÉDITO OTORGADO.</a:t>
            </a:r>
          </a:p>
          <a:p>
            <a:pPr marL="630000" lvl="1" indent="-306000" algn="l" rtl="0">
              <a:lnSpc>
                <a:spcPct val="90000"/>
              </a:lnSpc>
              <a:spcBef>
                <a:spcPts val="800"/>
              </a:spcBef>
              <a:spcAft>
                <a:spcPts val="0"/>
              </a:spcAft>
              <a:buSzPts val="920"/>
              <a:buChar char="◼"/>
            </a:pPr>
            <a:r>
              <a:rPr lang="es-ES" sz="650">
                <a:solidFill>
                  <a:schemeClr val="bg1"/>
                </a:solidFill>
              </a:rPr>
              <a:t>IMPLEMENTACIÓN DE SERVICIO SOA QUE RETORNA LA REPORTE DE VENTAS PARA UN CRÉDITO OTORGADO.</a:t>
            </a:r>
          </a:p>
          <a:p>
            <a:pPr marL="630000" lvl="1" indent="-306000" algn="l" rtl="0">
              <a:lnSpc>
                <a:spcPct val="90000"/>
              </a:lnSpc>
              <a:spcBef>
                <a:spcPts val="800"/>
              </a:spcBef>
              <a:spcAft>
                <a:spcPts val="0"/>
              </a:spcAft>
              <a:buSzPts val="920"/>
              <a:buChar char="◼"/>
            </a:pPr>
            <a:r>
              <a:rPr lang="es-ES" sz="650">
                <a:solidFill>
                  <a:schemeClr val="bg1"/>
                </a:solidFill>
              </a:rPr>
              <a:t>IMPLEMENTACIÓN DE SERVICIO SOA QUE RETORNA LA REPORTE DE VENTAS PARA UN CRÉDITO OTORGADO</a:t>
            </a:r>
          </a:p>
          <a:p>
            <a:pPr marL="630000" lvl="1" indent="-306000" algn="l" rtl="0">
              <a:lnSpc>
                <a:spcPct val="90000"/>
              </a:lnSpc>
              <a:spcBef>
                <a:spcPts val="800"/>
              </a:spcBef>
              <a:spcAft>
                <a:spcPts val="0"/>
              </a:spcAft>
              <a:buSzPts val="920"/>
              <a:buChar char="◼"/>
            </a:pPr>
            <a:r>
              <a:rPr lang="es-ES" sz="650">
                <a:solidFill>
                  <a:schemeClr val="bg1"/>
                </a:solidFill>
              </a:rPr>
              <a:t>DIAGRAMA DE ARQUITECTURA DEL SISTEMA TICKETPREMIUM</a:t>
            </a:r>
          </a:p>
          <a:p>
            <a:pPr marL="630000" lvl="1" indent="-306000" algn="l" rtl="0">
              <a:lnSpc>
                <a:spcPct val="90000"/>
              </a:lnSpc>
              <a:spcBef>
                <a:spcPts val="800"/>
              </a:spcBef>
              <a:spcAft>
                <a:spcPts val="0"/>
              </a:spcAft>
              <a:buSzPts val="920"/>
              <a:buChar char="◼"/>
            </a:pPr>
            <a:r>
              <a:rPr lang="es-ES" sz="650">
                <a:solidFill>
                  <a:schemeClr val="lt1"/>
                </a:solidFill>
              </a:rPr>
              <a:t>CONCLUSIONES</a:t>
            </a:r>
          </a:p>
          <a:p>
            <a:pPr marL="630000" lvl="1" indent="-306000" algn="l" rtl="0">
              <a:lnSpc>
                <a:spcPct val="90000"/>
              </a:lnSpc>
              <a:spcBef>
                <a:spcPts val="800"/>
              </a:spcBef>
              <a:spcAft>
                <a:spcPts val="0"/>
              </a:spcAft>
              <a:buSzPts val="920"/>
              <a:buChar char="◼"/>
            </a:pPr>
            <a:r>
              <a:rPr lang="es-ES" sz="650">
                <a:solidFill>
                  <a:srgbClr val="FFFF00"/>
                </a:solidFill>
              </a:rPr>
              <a:t>RECOMENDACIONE</a:t>
            </a:r>
            <a:r>
              <a:rPr lang="es-ES" sz="600">
                <a:solidFill>
                  <a:srgbClr val="FFFF00"/>
                </a:solidFill>
              </a:rPr>
              <a:t>S</a:t>
            </a:r>
          </a:p>
        </p:txBody>
      </p:sp>
      <p:sp>
        <p:nvSpPr>
          <p:cNvPr id="2066" name="Google Shape;2066;p212"/>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70</a:t>
            </a:fld>
            <a:endParaRPr/>
          </a:p>
        </p:txBody>
      </p:sp>
      <p:sp>
        <p:nvSpPr>
          <p:cNvPr id="3" name="CuadroTexto 2">
            <a:extLst>
              <a:ext uri="{FF2B5EF4-FFF2-40B4-BE49-F238E27FC236}">
                <a16:creationId xmlns:a16="http://schemas.microsoft.com/office/drawing/2014/main" id="{BCD65F1E-CE79-4190-7C86-01001B9CEEF7}"/>
              </a:ext>
            </a:extLst>
          </p:cNvPr>
          <p:cNvSpPr txBox="1"/>
          <p:nvPr/>
        </p:nvSpPr>
        <p:spPr>
          <a:xfrm>
            <a:off x="581192" y="2022078"/>
            <a:ext cx="8069032" cy="1116524"/>
          </a:xfrm>
          <a:prstGeom prst="rect">
            <a:avLst/>
          </a:prstGeom>
          <a:noFill/>
        </p:spPr>
        <p:txBody>
          <a:bodyPr wrap="square">
            <a:spAutoFit/>
          </a:bodyPr>
          <a:lstStyle/>
          <a:p>
            <a:pPr>
              <a:lnSpc>
                <a:spcPct val="115000"/>
              </a:lnSpc>
              <a:spcBef>
                <a:spcPts val="1200"/>
              </a:spcBef>
            </a:pPr>
            <a:r>
              <a:rPr lang="es-EC" sz="1800" b="1" ker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RECOMENDACIONES</a:t>
            </a:r>
            <a:endParaRPr lang="en-US" sz="1800" b="1" ker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5000"/>
              </a:lnSpc>
              <a:spcBef>
                <a:spcPts val="1200"/>
              </a:spcBef>
            </a:pPr>
            <a:endParaRPr lang="en-US" sz="1800" b="1" ker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s-EC"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CuadroTexto 4">
            <a:extLst>
              <a:ext uri="{FF2B5EF4-FFF2-40B4-BE49-F238E27FC236}">
                <a16:creationId xmlns:a16="http://schemas.microsoft.com/office/drawing/2014/main" id="{0C2F1CEA-6CF0-D4A4-2ACB-0D66912333CE}"/>
              </a:ext>
            </a:extLst>
          </p:cNvPr>
          <p:cNvSpPr txBox="1"/>
          <p:nvPr/>
        </p:nvSpPr>
        <p:spPr>
          <a:xfrm>
            <a:off x="581192" y="2591775"/>
            <a:ext cx="7521408" cy="2994538"/>
          </a:xfrm>
          <a:prstGeom prst="rect">
            <a:avLst/>
          </a:prstGeom>
          <a:noFill/>
        </p:spPr>
        <p:txBody>
          <a:bodyPr wrap="square">
            <a:spAutoFit/>
          </a:bodyPr>
          <a:lstStyle/>
          <a:p>
            <a:pPr marR="0" lvl="0" algn="just">
              <a:lnSpc>
                <a:spcPct val="115000"/>
              </a:lnSpc>
              <a:spcBef>
                <a:spcPts val="600"/>
              </a:spcBef>
            </a:pPr>
            <a:r>
              <a:rPr lang="es-MX" sz="12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Se recomienda complementar la arquitectura actual basada en SOAP con una API REST que utilice el formato JSON para el intercambio de información. Aunque SOAP ofrece altos niveles de estandarización y robustez, REST proporciona una comunicación más ligera, flexible y eficiente, especialmente para aplicaciones web y móviles. La coexistencia de ambos enfoques permitiría aprovechar las fortalezas de cada tecnología según las necesidades específicas de los clientes y escenarios de uso.</a:t>
            </a:r>
          </a:p>
          <a:p>
            <a:pPr marR="0" lvl="0" algn="just">
              <a:lnSpc>
                <a:spcPct val="115000"/>
              </a:lnSpc>
              <a:spcBef>
                <a:spcPts val="600"/>
              </a:spcBef>
            </a:pPr>
            <a:r>
              <a:rPr lang="es-MX" sz="12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Se recomienda implementar un mecanismo de autenticación basado en JSON Web Tokens (JWT) para sustituir el manejo tradicional de sesiones en el servidor. Este enfoque permitiría una arquitectura de autenticación sin estado (</a:t>
            </a:r>
            <a:r>
              <a:rPr lang="es-MX" sz="1200" dirty="0" err="1">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stateless</a:t>
            </a:r>
            <a:r>
              <a:rPr lang="es-MX" sz="12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mejorando la escalabilidad del sistema y facilitando la integración con aplicaciones externas y servicios distribuidos.</a:t>
            </a:r>
          </a:p>
          <a:p>
            <a:pPr marR="0" lvl="0" algn="just">
              <a:lnSpc>
                <a:spcPct val="115000"/>
              </a:lnSpc>
              <a:spcBef>
                <a:spcPts val="600"/>
              </a:spcBef>
            </a:pPr>
            <a:r>
              <a:rPr lang="es-MX" sz="12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Se recomienda incorporar herramientas de Integración Continua y Entrega Continua (CI/CD), tales como Jenkins, GitHub </a:t>
            </a:r>
            <a:r>
              <a:rPr lang="es-MX" sz="1200" dirty="0" err="1">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Actions</a:t>
            </a:r>
            <a:r>
              <a:rPr lang="es-MX" sz="12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o </a:t>
            </a:r>
            <a:r>
              <a:rPr lang="es-MX" sz="1200" dirty="0" err="1">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GitLab</a:t>
            </a:r>
            <a:r>
              <a:rPr lang="es-MX" sz="12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CI, con el objetivo de automatizar procesos de compilación, pruebas y despliegue. La automatización de estas actividades contribuirá a reducir errores humanos, mejorar la calidad del software y acelerar los ciclos de desarrollo y mantenimiento.</a:t>
            </a:r>
          </a:p>
        </p:txBody>
      </p:sp>
    </p:spTree>
    <p:extLst>
      <p:ext uri="{BB962C8B-B14F-4D97-AF65-F5344CB8AC3E}">
        <p14:creationId xmlns:p14="http://schemas.microsoft.com/office/powerpoint/2010/main" val="3518301605"/>
      </p:ext>
    </p:extLst>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8683</Words>
  <Application>Microsoft Office PowerPoint</Application>
  <PresentationFormat>Panorámica</PresentationFormat>
  <Paragraphs>1563</Paragraphs>
  <Slides>70</Slides>
  <Notes>70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70</vt:i4>
      </vt:variant>
    </vt:vector>
  </HeadingPairs>
  <TitlesOfParts>
    <vt:vector size="77" baseType="lpstr">
      <vt:lpstr>Gill Sans</vt:lpstr>
      <vt:lpstr>MS Mincho</vt:lpstr>
      <vt:lpstr>Calibri</vt:lpstr>
      <vt:lpstr>Arial</vt:lpstr>
      <vt:lpstr>Noto Sans Symbols</vt:lpstr>
      <vt:lpstr>Calibri Light</vt:lpstr>
      <vt:lpstr>Dividendo</vt:lpstr>
      <vt:lpstr>PROYECTO WS REST - TICKETPREMIUM</vt:lpstr>
      <vt:lpstr>Presentación de PowerPoint</vt:lpstr>
      <vt:lpstr>1 INTRODUCCIÓN</vt:lpstr>
      <vt:lpstr>OBJETIVO GENERAL</vt:lpstr>
      <vt:lpstr>OBJETIVOS ESPECÍFICOS</vt:lpstr>
      <vt:lpstr>Sistema TicketPremium Módulo de Crédito</vt:lpstr>
      <vt:lpstr>Módulo de Crédito del Banco TicketPremium.</vt:lpstr>
      <vt:lpstr>1I PRÁCTICA</vt:lpstr>
      <vt:lpstr>1I PRÁCTICA</vt:lpstr>
      <vt:lpstr>1I PRÁCTICA</vt:lpstr>
      <vt:lpstr>1I PRACTICA</vt:lpstr>
      <vt:lpstr>1I PRACTICA</vt:lpstr>
      <vt:lpstr>1 PRACTICA</vt:lpstr>
      <vt:lpstr>1 PRACTICA</vt:lpstr>
      <vt:lpstr>1 PRACTICA</vt:lpstr>
      <vt:lpstr>1I PRÁCTICA</vt:lpstr>
      <vt:lpstr>1 PRACTICA</vt:lpstr>
      <vt:lpstr>1 PRACTICA</vt:lpstr>
      <vt:lpstr>1I PRÁCTICA</vt:lpstr>
      <vt:lpstr>1 PRACTICA</vt:lpstr>
      <vt:lpstr>1 PRACTICA</vt:lpstr>
      <vt:lpstr>PUBLICACIÓN DEL SERVICIO DENTRO DE IIS</vt:lpstr>
      <vt:lpstr>PUBLICACIÓN DEL SERVICIO DENTRO DE IIS</vt:lpstr>
      <vt:lpstr>PUBLICACIÓN DEL SERVICIO DENTRO DE IIS</vt:lpstr>
      <vt:lpstr>PUBLICACIÓN DEL SERVICIO DENTRO DE IIS</vt:lpstr>
      <vt:lpstr>PUBLICACIÓN DEL SERVICIO DENTRO DE IIS</vt:lpstr>
      <vt:lpstr>PUBLICACIÓN DEL SERVICIO DENTRO DE IIS</vt:lpstr>
      <vt:lpstr>PUBLICACIÓN DEL SERVICIO DENTRO DE IIS</vt:lpstr>
      <vt:lpstr>CLIENTE CONSOLA</vt:lpstr>
      <vt:lpstr>CLIENTE CONSOLA</vt:lpstr>
      <vt:lpstr>CLIENTE CONSOLA</vt:lpstr>
      <vt:lpstr>CLIENTE CONSOLA</vt:lpstr>
      <vt:lpstr>CLIENTE CONSOLA</vt:lpstr>
      <vt:lpstr>CLIENTE CONSOLA</vt:lpstr>
      <vt:lpstr>CLIENTE CONSOLA</vt:lpstr>
      <vt:lpstr>CLIENTE CONSOLA</vt:lpstr>
      <vt:lpstr>CLIENTE CONSOLA</vt:lpstr>
      <vt:lpstr>CLIENTE ESCRITORIO</vt:lpstr>
      <vt:lpstr>CLIENTE ESCRITORIO</vt:lpstr>
      <vt:lpstr>CLIENTE ESCRITORIO</vt:lpstr>
      <vt:lpstr>CLIENTE ESCRITORIO</vt:lpstr>
      <vt:lpstr>CLIENTE ESCRITORIO</vt:lpstr>
      <vt:lpstr>CLIENTE ESCRITORIO</vt:lpstr>
      <vt:lpstr>CLIENTE ESCRITORIO</vt:lpstr>
      <vt:lpstr>CLIENTE ESCRITORIO</vt:lpstr>
      <vt:lpstr>CLIENTE ESCRITORIO</vt:lpstr>
      <vt:lpstr>APLICACIÓN CLIENTE WEB</vt:lpstr>
      <vt:lpstr>APLICACIÓN CLIENTE WEB</vt:lpstr>
      <vt:lpstr>APLICACIÓN CLIENTE WEB</vt:lpstr>
      <vt:lpstr>APLICACIÓN CLIENTE WEB</vt:lpstr>
      <vt:lpstr>APLICACIÓN CLIENTE WEB</vt:lpstr>
      <vt:lpstr>APLICACIÓN CLIENTE WEB</vt:lpstr>
      <vt:lpstr>APLICACIÓN CLIENTE WEB</vt:lpstr>
      <vt:lpstr>APLICACIÓN CLIENTE WEB</vt:lpstr>
      <vt:lpstr>APLICACIÓN CLIENTE WEB</vt:lpstr>
      <vt:lpstr>APLICACIÓN CLIENTE WEB</vt:lpstr>
      <vt:lpstr>APLICACIÓN CLIENTE WEB</vt:lpstr>
      <vt:lpstr>APLICACIÓN CLIENTE MÓVIL</vt:lpstr>
      <vt:lpstr>APLICACIÓN CLIENTE MÓVIL</vt:lpstr>
      <vt:lpstr>APLICACIÓN CLIENTE MÓVIL</vt:lpstr>
      <vt:lpstr>APLICACIÓN CLIENTE MÓVIL</vt:lpstr>
      <vt:lpstr>APLICACIÓN CLIENTE MÓVIL</vt:lpstr>
      <vt:lpstr>APLICACIÓN CLIENTE MÓVIL</vt:lpstr>
      <vt:lpstr>APLICACIÓN CLIENTE MÓVIL</vt:lpstr>
      <vt:lpstr>APLICACIÓN CLIENTE MÓVIL</vt:lpstr>
      <vt:lpstr>APLICACIÓN CLIENTE MÓVIL</vt:lpstr>
      <vt:lpstr>APLICACIÓN CLIENTE MÓVIL</vt:lpstr>
      <vt:lpstr>APLICACIÓN CLIENTE MÓVIL</vt:lpstr>
      <vt:lpstr>1 PRACTICA</vt:lpstr>
      <vt:lpstr>1 PRACTICA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WS REST - TICKETPREMIUM</dc:title>
  <dc:creator>Michael Villarruel</dc:creator>
  <cp:lastModifiedBy>Micaela Salcedo</cp:lastModifiedBy>
  <cp:revision>2</cp:revision>
  <dcterms:created xsi:type="dcterms:W3CDTF">2020-07-10T23:33:49Z</dcterms:created>
  <dcterms:modified xsi:type="dcterms:W3CDTF">2026-06-22T02:28:00Z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0x01010005BCD8BC1B8CD347A0B549198BACA7FF</vt:lpwstr>
  </property>
</Properties>
</file>